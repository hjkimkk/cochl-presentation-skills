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oboto"/>
      <p:regular r:id="rId29"/>
      <p:bold r:id="rId30"/>
      <p:italic r:id="rId31"/>
      <p:boldItalic r:id="rId32"/>
    </p:embeddedFont>
    <p:embeddedFont>
      <p:font typeface="Helvetica Neue"/>
      <p:regular r:id="rId33"/>
      <p:bold r:id="rId34"/>
      <p:italic r:id="rId35"/>
      <p:boldItalic r:id="rId36"/>
    </p:embeddedFont>
    <p:embeddedFont>
      <p:font typeface="Century Gothic"/>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9AA0A6"/>
          </p15:clr>
        </p15:guide>
        <p15:guide id="2" pos="5340">
          <p15:clr>
            <a:srgbClr val="9AA0A6"/>
          </p15:clr>
        </p15:guide>
        <p15:guide id="3" pos="5400">
          <p15:clr>
            <a:srgbClr val="9AA0A6"/>
          </p15:clr>
        </p15:guide>
        <p15:guide id="4" orient="horz" pos="402">
          <p15:clr>
            <a:srgbClr val="9AA0A6"/>
          </p15:clr>
        </p15:guide>
        <p15:guide id="5" pos="808">
          <p15:clr>
            <a:srgbClr val="9AA0A6"/>
          </p15:clr>
        </p15:guide>
        <p15:guide id="6" orient="horz"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BC99D7-43D9-42E7-B4A1-9A20D9408B03}">
  <a:tblStyle styleId="{75BC99D7-43D9-42E7-B4A1-9A20D9408B03}" styleName="Table_0">
    <a:wholeTbl>
      <a:tcTxStyle b="off" i="off">
        <a:font>
          <a:latin typeface="Helvetica Neue"/>
          <a:ea typeface="Helvetica Neue"/>
          <a:cs typeface="Helvetica Neue"/>
        </a:font>
        <a:srgbClr val="000000"/>
      </a:tcTxStyle>
      <a:tcStyle>
        <a:tcBdr>
          <a:left>
            <a:ln cap="flat" cmpd="sng" w="9525">
              <a:solidFill>
                <a:srgbClr val="536773"/>
              </a:solidFill>
              <a:prstDash val="solid"/>
              <a:round/>
              <a:headEnd len="sm" w="sm" type="none"/>
              <a:tailEnd len="sm" w="sm" type="none"/>
            </a:ln>
          </a:left>
          <a:right>
            <a:ln cap="flat" cmpd="sng" w="9525">
              <a:solidFill>
                <a:srgbClr val="536773"/>
              </a:solidFill>
              <a:prstDash val="solid"/>
              <a:round/>
              <a:headEnd len="sm" w="sm" type="none"/>
              <a:tailEnd len="sm" w="sm" type="none"/>
            </a:ln>
          </a:right>
          <a:top>
            <a:ln cap="flat" cmpd="sng" w="9525">
              <a:solidFill>
                <a:srgbClr val="536773"/>
              </a:solidFill>
              <a:prstDash val="solid"/>
              <a:round/>
              <a:headEnd len="sm" w="sm" type="none"/>
              <a:tailEnd len="sm" w="sm" type="none"/>
            </a:ln>
          </a:top>
          <a:bottom>
            <a:ln cap="flat" cmpd="sng" w="9525">
              <a:solidFill>
                <a:srgbClr val="536773"/>
              </a:solidFill>
              <a:prstDash val="solid"/>
              <a:round/>
              <a:headEnd len="sm" w="sm" type="none"/>
              <a:tailEnd len="sm" w="sm" type="none"/>
            </a:ln>
          </a:bottom>
          <a:insideH>
            <a:ln cap="flat" cmpd="sng" w="9525">
              <a:solidFill>
                <a:srgbClr val="536773"/>
              </a:solidFill>
              <a:prstDash val="solid"/>
              <a:round/>
              <a:headEnd len="sm" w="sm" type="none"/>
              <a:tailEnd len="sm" w="sm" type="none"/>
            </a:ln>
          </a:insideH>
          <a:insideV>
            <a:ln cap="flat" cmpd="sng" w="9525">
              <a:solidFill>
                <a:srgbClr val="536773"/>
              </a:solidFill>
              <a:prstDash val="solid"/>
              <a:round/>
              <a:headEnd len="sm" w="sm" type="none"/>
              <a:tailEnd len="sm" w="sm" type="none"/>
            </a:ln>
          </a:insideV>
        </a:tcBdr>
        <a:fill>
          <a:solidFill>
            <a:srgbClr val="FFFFFF">
              <a:alpha val="0"/>
            </a:srgbClr>
          </a:solidFill>
        </a:fill>
      </a:tcStyle>
    </a:wholeTbl>
    <a:band1H>
      <a:tcTxStyle/>
    </a:band1H>
    <a:band2H>
      <a:tcTxStyle b="off" i="off"/>
      <a:tcStyle>
        <a:fill>
          <a:solidFill>
            <a:srgbClr val="E3E5E8"/>
          </a:solidFill>
        </a:fill>
      </a:tcStyle>
    </a:band2H>
    <a:band1V>
      <a:tcTxStyle/>
    </a:band1V>
    <a:band2V>
      <a:tcTxStyle/>
    </a:band2V>
    <a:lastCol>
      <a:tcTxStyle/>
    </a:lastCol>
    <a:firstCol>
      <a:tcTxStyle b="on" i="off">
        <a:font>
          <a:latin typeface="Helvetica Neue"/>
          <a:ea typeface="Helvetica Neue"/>
          <a:cs typeface="Helvetica Neue"/>
        </a:font>
        <a:srgbClr val="000000"/>
      </a:tcTxStyle>
      <a:tcStyle>
        <a:tcBdr>
          <a:left>
            <a:ln cap="flat" cmpd="sng" w="9525">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9525">
              <a:solidFill>
                <a:srgbClr val="536773"/>
              </a:solidFill>
              <a:prstDash val="solid"/>
              <a:round/>
              <a:headEnd len="sm" w="sm" type="none"/>
              <a:tailEnd len="sm" w="sm" type="none"/>
            </a:ln>
          </a:top>
          <a:bottom>
            <a:ln cap="flat" cmpd="sng" w="9525">
              <a:solidFill>
                <a:srgbClr val="536773"/>
              </a:solidFill>
              <a:prstDash val="solid"/>
              <a:round/>
              <a:headEnd len="sm" w="sm" type="none"/>
              <a:tailEnd len="sm" w="sm" type="none"/>
            </a:ln>
          </a:bottom>
          <a:insideH>
            <a:ln cap="flat" cmpd="sng" w="9525">
              <a:solidFill>
                <a:srgbClr val="536773"/>
              </a:solidFill>
              <a:prstDash val="solid"/>
              <a:round/>
              <a:headEnd len="sm" w="sm" type="none"/>
              <a:tailEnd len="sm" w="sm" type="none"/>
            </a:ln>
          </a:insideH>
          <a:insideV>
            <a:ln cap="flat" cmpd="sng" w="9525">
              <a:solidFill>
                <a:srgbClr val="536773"/>
              </a:solidFill>
              <a:prstDash val="solid"/>
              <a:round/>
              <a:headEnd len="sm" w="sm" type="none"/>
              <a:tailEnd len="sm" w="sm" type="none"/>
            </a:ln>
          </a:insideV>
        </a:tcBdr>
        <a:fill>
          <a:solidFill>
            <a:srgbClr val="FFFFFF">
              <a:alpha val="0"/>
            </a:srgbClr>
          </a:solidFill>
        </a:fill>
      </a:tcStyle>
    </a:firstCol>
    <a:lastRow>
      <a:tcTxStyle b="off" i="off">
        <a:font>
          <a:latin typeface="Helvetica Neue"/>
          <a:ea typeface="Helvetica Neue"/>
          <a:cs typeface="Helvetica Neue"/>
        </a:font>
        <a:srgbClr val="000000"/>
      </a:tcTxStyle>
      <a:tcStyle>
        <a:tcBdr>
          <a:left>
            <a:ln cap="flat" cmpd="sng" w="9525">
              <a:solidFill>
                <a:srgbClr val="536773"/>
              </a:solidFill>
              <a:prstDash val="solid"/>
              <a:round/>
              <a:headEnd len="sm" w="sm" type="none"/>
              <a:tailEnd len="sm" w="sm" type="none"/>
            </a:ln>
          </a:left>
          <a:right>
            <a:ln cap="flat" cmpd="sng" w="9525">
              <a:solidFill>
                <a:srgbClr val="536773"/>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536773"/>
              </a:solidFill>
              <a:prstDash val="solid"/>
              <a:round/>
              <a:headEnd len="sm" w="sm" type="none"/>
              <a:tailEnd len="sm" w="sm" type="none"/>
            </a:ln>
          </a:insideH>
          <a:insideV>
            <a:ln cap="flat" cmpd="sng" w="9525">
              <a:solidFill>
                <a:srgbClr val="536773"/>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Helvetica Neue"/>
          <a:ea typeface="Helvetica Neue"/>
          <a:cs typeface="Helvetica Neue"/>
        </a:font>
        <a:srgbClr val="000000"/>
      </a:tcTxStyle>
      <a:tcStyle>
        <a:tcBdr>
          <a:left>
            <a:ln cap="flat" cmpd="sng" w="9525">
              <a:solidFill>
                <a:srgbClr val="536773"/>
              </a:solidFill>
              <a:prstDash val="solid"/>
              <a:round/>
              <a:headEnd len="sm" w="sm" type="none"/>
              <a:tailEnd len="sm" w="sm" type="none"/>
            </a:ln>
          </a:left>
          <a:right>
            <a:ln cap="flat" cmpd="sng" w="9525">
              <a:solidFill>
                <a:srgbClr val="536773"/>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536773"/>
              </a:solidFill>
              <a:prstDash val="solid"/>
              <a:round/>
              <a:headEnd len="sm" w="sm" type="none"/>
              <a:tailEnd len="sm" w="sm" type="none"/>
            </a:ln>
          </a:insideH>
          <a:insideV>
            <a:ln cap="flat" cmpd="sng" w="9525">
              <a:solidFill>
                <a:srgbClr val="536773"/>
              </a:solidFill>
              <a:prstDash val="solid"/>
              <a:round/>
              <a:headEnd len="sm" w="sm" type="none"/>
              <a:tailEnd len="sm" w="sm" type="none"/>
            </a:ln>
          </a:insideV>
        </a:tcBdr>
        <a:fill>
          <a:solidFill>
            <a:srgbClr val="55C1FF"/>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5340"/>
        <p:guide pos="5400"/>
        <p:guide pos="402" orient="horz"/>
        <p:guide pos="808"/>
        <p:guide pos="288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schemas.openxmlformats.org/officeDocument/2006/relationships/font" Target="fonts/HelveticaNeue-regular.fnt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35" Type="http://schemas.openxmlformats.org/officeDocument/2006/relationships/font" Target="fonts/HelveticaNeue-italic.fntdata"/><Relationship Id="rId12" Type="http://schemas.openxmlformats.org/officeDocument/2006/relationships/slide" Target="slides/slide6.xml"/><Relationship Id="rId34" Type="http://schemas.openxmlformats.org/officeDocument/2006/relationships/font" Target="fonts/HelveticaNeue-bold.fntdata"/><Relationship Id="rId15" Type="http://schemas.openxmlformats.org/officeDocument/2006/relationships/slide" Target="slides/slide9.xml"/><Relationship Id="rId37" Type="http://schemas.openxmlformats.org/officeDocument/2006/relationships/font" Target="fonts/CenturyGothic-regular.fntdata"/><Relationship Id="rId14" Type="http://schemas.openxmlformats.org/officeDocument/2006/relationships/slide" Target="slides/slide8.xml"/><Relationship Id="rId36" Type="http://schemas.openxmlformats.org/officeDocument/2006/relationships/font" Target="fonts/HelveticaNeue-boldItalic.fntdata"/><Relationship Id="rId17" Type="http://schemas.openxmlformats.org/officeDocument/2006/relationships/slide" Target="slides/slide11.xml"/><Relationship Id="rId39" Type="http://schemas.openxmlformats.org/officeDocument/2006/relationships/font" Target="fonts/CenturyGothic-italic.fntdata"/><Relationship Id="rId16" Type="http://schemas.openxmlformats.org/officeDocument/2006/relationships/slide" Target="slides/slide10.xml"/><Relationship Id="rId38" Type="http://schemas.openxmlformats.org/officeDocument/2006/relationships/font" Target="fonts/CenturyGothic-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1pPr>
            <a:lvl2pPr indent="-228600" lvl="1" marL="914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2pPr>
            <a:lvl3pPr indent="-228600" lvl="2" marL="1371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3pPr>
            <a:lvl4pPr indent="-228600" lvl="3" marL="1828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4pPr>
            <a:lvl5pPr indent="-228600" lvl="4" marL="22860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5pPr>
            <a:lvl6pPr indent="-228600" lvl="5" marL="2743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6pPr>
            <a:lvl7pPr indent="-228600" lvl="6" marL="3200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7pPr>
            <a:lvl8pPr indent="-228600" lvl="7" marL="3657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8pPr>
            <a:lvl9pPr indent="-228600" lvl="8" marL="4114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b6d8c64640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1b6d8c6464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title="sad"/>
          <p:cNvSpPr txBox="1"/>
          <p:nvPr>
            <p:ph type="title"/>
          </p:nvPr>
        </p:nvSpPr>
        <p:spPr>
          <a:xfrm>
            <a:off x="1527175" y="1374725"/>
            <a:ext cx="5367300" cy="9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rgbClr val="FFFFFF"/>
              </a:buClr>
              <a:buSzPts val="1300"/>
              <a:buNone/>
              <a:defRPr sz="3800"/>
            </a:lvl1pPr>
            <a:lvl2pPr lvl="1" algn="l">
              <a:lnSpc>
                <a:spcPct val="80000"/>
              </a:lnSpc>
              <a:spcBef>
                <a:spcPts val="0"/>
              </a:spcBef>
              <a:spcAft>
                <a:spcPts val="0"/>
              </a:spcAft>
              <a:buClr>
                <a:srgbClr val="FFFFFF"/>
              </a:buClr>
              <a:buSzPts val="1300"/>
              <a:buNone/>
              <a:defRPr sz="3800"/>
            </a:lvl2pPr>
            <a:lvl3pPr lvl="2" algn="l">
              <a:lnSpc>
                <a:spcPct val="80000"/>
              </a:lnSpc>
              <a:spcBef>
                <a:spcPts val="0"/>
              </a:spcBef>
              <a:spcAft>
                <a:spcPts val="0"/>
              </a:spcAft>
              <a:buClr>
                <a:srgbClr val="FFFFFF"/>
              </a:buClr>
              <a:buSzPts val="1300"/>
              <a:buNone/>
              <a:defRPr sz="3800"/>
            </a:lvl3pPr>
            <a:lvl4pPr lvl="3" algn="l">
              <a:lnSpc>
                <a:spcPct val="80000"/>
              </a:lnSpc>
              <a:spcBef>
                <a:spcPts val="0"/>
              </a:spcBef>
              <a:spcAft>
                <a:spcPts val="0"/>
              </a:spcAft>
              <a:buClr>
                <a:srgbClr val="FFFFFF"/>
              </a:buClr>
              <a:buSzPts val="1300"/>
              <a:buNone/>
              <a:defRPr sz="3800"/>
            </a:lvl4pPr>
            <a:lvl5pPr lvl="4" algn="l">
              <a:lnSpc>
                <a:spcPct val="80000"/>
              </a:lnSpc>
              <a:spcBef>
                <a:spcPts val="0"/>
              </a:spcBef>
              <a:spcAft>
                <a:spcPts val="0"/>
              </a:spcAft>
              <a:buClr>
                <a:srgbClr val="FFFFFF"/>
              </a:buClr>
              <a:buSzPts val="1300"/>
              <a:buNone/>
              <a:defRPr sz="3800"/>
            </a:lvl5pPr>
            <a:lvl6pPr lvl="5" algn="l">
              <a:lnSpc>
                <a:spcPct val="80000"/>
              </a:lnSpc>
              <a:spcBef>
                <a:spcPts val="0"/>
              </a:spcBef>
              <a:spcAft>
                <a:spcPts val="0"/>
              </a:spcAft>
              <a:buClr>
                <a:srgbClr val="FFFFFF"/>
              </a:buClr>
              <a:buSzPts val="1300"/>
              <a:buNone/>
              <a:defRPr sz="3800"/>
            </a:lvl6pPr>
            <a:lvl7pPr lvl="6" algn="l">
              <a:lnSpc>
                <a:spcPct val="80000"/>
              </a:lnSpc>
              <a:spcBef>
                <a:spcPts val="0"/>
              </a:spcBef>
              <a:spcAft>
                <a:spcPts val="0"/>
              </a:spcAft>
              <a:buClr>
                <a:srgbClr val="FFFFFF"/>
              </a:buClr>
              <a:buSzPts val="1300"/>
              <a:buNone/>
              <a:defRPr sz="3800"/>
            </a:lvl7pPr>
            <a:lvl8pPr lvl="7" algn="l">
              <a:lnSpc>
                <a:spcPct val="80000"/>
              </a:lnSpc>
              <a:spcBef>
                <a:spcPts val="0"/>
              </a:spcBef>
              <a:spcAft>
                <a:spcPts val="0"/>
              </a:spcAft>
              <a:buClr>
                <a:srgbClr val="FFFFFF"/>
              </a:buClr>
              <a:buSzPts val="1300"/>
              <a:buNone/>
              <a:defRPr sz="3800"/>
            </a:lvl8pPr>
            <a:lvl9pPr lvl="8" algn="l">
              <a:lnSpc>
                <a:spcPct val="80000"/>
              </a:lnSpc>
              <a:spcBef>
                <a:spcPts val="0"/>
              </a:spcBef>
              <a:spcAft>
                <a:spcPts val="0"/>
              </a:spcAft>
              <a:buClr>
                <a:srgbClr val="FFFFFF"/>
              </a:buClr>
              <a:buSzPts val="1300"/>
              <a:buNone/>
              <a:defRPr sz="3800"/>
            </a:lvl9pPr>
          </a:lstStyle>
          <a:p/>
        </p:txBody>
      </p:sp>
      <p:sp>
        <p:nvSpPr>
          <p:cNvPr id="11" name="Google Shape;11;p2"/>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8" showMasterSp="0" type="tx">
  <p:cSld name="TITLE_AND_BODY">
    <p:spTree>
      <p:nvGrpSpPr>
        <p:cNvPr id="12" name="Shape 12"/>
        <p:cNvGrpSpPr/>
        <p:nvPr/>
      </p:nvGrpSpPr>
      <p:grpSpPr>
        <a:xfrm>
          <a:off x="0" y="0"/>
          <a:ext cx="0" cy="0"/>
          <a:chOff x="0" y="0"/>
          <a:chExt cx="0" cy="0"/>
        </a:xfrm>
      </p:grpSpPr>
      <p:sp>
        <p:nvSpPr>
          <p:cNvPr id="13" name="Google Shape;13;p3"/>
          <p:cNvSpPr/>
          <p:nvPr>
            <p:ph idx="2" type="pic"/>
          </p:nvPr>
        </p:nvSpPr>
        <p:spPr>
          <a:xfrm>
            <a:off x="0" y="-1"/>
            <a:ext cx="3985200" cy="5143500"/>
          </a:xfrm>
          <a:prstGeom prst="rect">
            <a:avLst/>
          </a:prstGeom>
          <a:noFill/>
          <a:ln>
            <a:noFill/>
          </a:ln>
        </p:spPr>
      </p:sp>
      <p:sp>
        <p:nvSpPr>
          <p:cNvPr id="14" name="Google Shape;14;p3"/>
          <p:cNvSpPr txBox="1"/>
          <p:nvPr>
            <p:ph type="title"/>
          </p:nvPr>
        </p:nvSpPr>
        <p:spPr>
          <a:xfrm>
            <a:off x="4642616" y="869893"/>
            <a:ext cx="3833400" cy="513900"/>
          </a:xfrm>
          <a:prstGeom prst="rect">
            <a:avLst/>
          </a:prstGeom>
          <a:noFill/>
          <a:ln>
            <a:noFill/>
          </a:ln>
        </p:spPr>
        <p:txBody>
          <a:bodyPr anchorCtr="0" anchor="t" bIns="19050" lIns="19050" spcFirstLastPara="1" rIns="19050" wrap="square" tIns="19050">
            <a:noAutofit/>
          </a:bodyPr>
          <a:lstStyle>
            <a:lvl1pPr lvl="0" algn="l">
              <a:lnSpc>
                <a:spcPct val="100000"/>
              </a:lnSpc>
              <a:spcBef>
                <a:spcPts val="0"/>
              </a:spcBef>
              <a:spcAft>
                <a:spcPts val="0"/>
              </a:spcAft>
              <a:buClr>
                <a:srgbClr val="000000"/>
              </a:buClr>
              <a:buSzPts val="3500"/>
              <a:buFont typeface="Century Gothic"/>
              <a:buNone/>
              <a:defRPr sz="3500">
                <a:solidFill>
                  <a:srgbClr val="000000"/>
                </a:solidFill>
              </a:defRPr>
            </a:lvl1pPr>
            <a:lvl2pPr lvl="1" algn="l">
              <a:lnSpc>
                <a:spcPct val="100000"/>
              </a:lnSpc>
              <a:spcBef>
                <a:spcPts val="0"/>
              </a:spcBef>
              <a:spcAft>
                <a:spcPts val="0"/>
              </a:spcAft>
              <a:buClr>
                <a:srgbClr val="FFFFFF"/>
              </a:buClr>
              <a:buSzPts val="3500"/>
              <a:buNone/>
              <a:defRPr sz="3500"/>
            </a:lvl2pPr>
            <a:lvl3pPr lvl="2" algn="l">
              <a:lnSpc>
                <a:spcPct val="100000"/>
              </a:lnSpc>
              <a:spcBef>
                <a:spcPts val="0"/>
              </a:spcBef>
              <a:spcAft>
                <a:spcPts val="0"/>
              </a:spcAft>
              <a:buClr>
                <a:srgbClr val="FFFFFF"/>
              </a:buClr>
              <a:buSzPts val="3500"/>
              <a:buNone/>
              <a:defRPr sz="3500"/>
            </a:lvl3pPr>
            <a:lvl4pPr lvl="3" algn="l">
              <a:lnSpc>
                <a:spcPct val="100000"/>
              </a:lnSpc>
              <a:spcBef>
                <a:spcPts val="0"/>
              </a:spcBef>
              <a:spcAft>
                <a:spcPts val="0"/>
              </a:spcAft>
              <a:buClr>
                <a:srgbClr val="FFFFFF"/>
              </a:buClr>
              <a:buSzPts val="3500"/>
              <a:buNone/>
              <a:defRPr sz="3500"/>
            </a:lvl4pPr>
            <a:lvl5pPr lvl="4" algn="l">
              <a:lnSpc>
                <a:spcPct val="100000"/>
              </a:lnSpc>
              <a:spcBef>
                <a:spcPts val="0"/>
              </a:spcBef>
              <a:spcAft>
                <a:spcPts val="0"/>
              </a:spcAft>
              <a:buClr>
                <a:srgbClr val="FFFFFF"/>
              </a:buClr>
              <a:buSzPts val="3500"/>
              <a:buNone/>
              <a:defRPr sz="3500"/>
            </a:lvl5pPr>
            <a:lvl6pPr lvl="5" algn="l">
              <a:lnSpc>
                <a:spcPct val="100000"/>
              </a:lnSpc>
              <a:spcBef>
                <a:spcPts val="0"/>
              </a:spcBef>
              <a:spcAft>
                <a:spcPts val="0"/>
              </a:spcAft>
              <a:buClr>
                <a:srgbClr val="FFFFFF"/>
              </a:buClr>
              <a:buSzPts val="3500"/>
              <a:buNone/>
              <a:defRPr sz="3500"/>
            </a:lvl6pPr>
            <a:lvl7pPr lvl="6" algn="l">
              <a:lnSpc>
                <a:spcPct val="100000"/>
              </a:lnSpc>
              <a:spcBef>
                <a:spcPts val="0"/>
              </a:spcBef>
              <a:spcAft>
                <a:spcPts val="0"/>
              </a:spcAft>
              <a:buClr>
                <a:srgbClr val="FFFFFF"/>
              </a:buClr>
              <a:buSzPts val="3500"/>
              <a:buNone/>
              <a:defRPr sz="3500"/>
            </a:lvl7pPr>
            <a:lvl8pPr lvl="7" algn="l">
              <a:lnSpc>
                <a:spcPct val="100000"/>
              </a:lnSpc>
              <a:spcBef>
                <a:spcPts val="0"/>
              </a:spcBef>
              <a:spcAft>
                <a:spcPts val="0"/>
              </a:spcAft>
              <a:buClr>
                <a:srgbClr val="FFFFFF"/>
              </a:buClr>
              <a:buSzPts val="3500"/>
              <a:buNone/>
              <a:defRPr sz="3500"/>
            </a:lvl8pPr>
            <a:lvl9pPr lvl="8" algn="l">
              <a:lnSpc>
                <a:spcPct val="100000"/>
              </a:lnSpc>
              <a:spcBef>
                <a:spcPts val="0"/>
              </a:spcBef>
              <a:spcAft>
                <a:spcPts val="0"/>
              </a:spcAft>
              <a:buClr>
                <a:srgbClr val="FFFFFF"/>
              </a:buClr>
              <a:buSzPts val="3500"/>
              <a:buNone/>
              <a:defRPr sz="3500"/>
            </a:lvl9pPr>
          </a:lstStyle>
          <a:p/>
        </p:txBody>
      </p:sp>
      <p:grpSp>
        <p:nvGrpSpPr>
          <p:cNvPr id="15" name="Google Shape;15;p3"/>
          <p:cNvGrpSpPr/>
          <p:nvPr/>
        </p:nvGrpSpPr>
        <p:grpSpPr>
          <a:xfrm>
            <a:off x="281819" y="-1"/>
            <a:ext cx="383517" cy="5143501"/>
            <a:chOff x="-1" y="0"/>
            <a:chExt cx="511357" cy="6858001"/>
          </a:xfrm>
        </p:grpSpPr>
        <p:cxnSp>
          <p:nvCxnSpPr>
            <p:cNvPr id="16" name="Google Shape;16;p3"/>
            <p:cNvCxnSpPr/>
            <p:nvPr/>
          </p:nvCxnSpPr>
          <p:spPr>
            <a:xfrm flipH="1" rot="10800000">
              <a:off x="511355" y="0"/>
              <a:ext cx="1" cy="6858001"/>
            </a:xfrm>
            <a:prstGeom prst="straightConnector1">
              <a:avLst/>
            </a:prstGeom>
            <a:noFill/>
            <a:ln cap="flat" cmpd="sng" w="12700">
              <a:solidFill>
                <a:srgbClr val="FFFFFF">
                  <a:alpha val="9803"/>
                </a:srgbClr>
              </a:solidFill>
              <a:prstDash val="solid"/>
              <a:miter lim="400000"/>
              <a:headEnd len="sm" w="sm" type="none"/>
              <a:tailEnd len="sm" w="sm" type="none"/>
            </a:ln>
          </p:spPr>
        </p:cxnSp>
        <p:pic>
          <p:nvPicPr>
            <p:cNvPr descr="logo_white.pdf" id="17" name="Google Shape;17;p3"/>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Tree>
  </p:cSld>
  <p:clrMapOvr>
    <a:masterClrMapping/>
  </p:clrMapOvr>
  <p:extLst>
    <p:ext uri="{DCECCB84-F9BA-43D5-87BE-67443E8EF086}">
      <p15:sldGuideLst>
        <p15:guide id="1" pos="5339">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1-1" showMasterSp="0">
  <p:cSld name="Layout_01-1">
    <p:spTree>
      <p:nvGrpSpPr>
        <p:cNvPr id="18" name="Shape 18"/>
        <p:cNvGrpSpPr/>
        <p:nvPr/>
      </p:nvGrpSpPr>
      <p:grpSpPr>
        <a:xfrm>
          <a:off x="0" y="0"/>
          <a:ext cx="0" cy="0"/>
          <a:chOff x="0" y="0"/>
          <a:chExt cx="0" cy="0"/>
        </a:xfrm>
      </p:grpSpPr>
      <p:sp>
        <p:nvSpPr>
          <p:cNvPr id="19" name="Google Shape;19;p4"/>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0" name="Google Shape;20;p4"/>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grpSp>
        <p:nvGrpSpPr>
          <p:cNvPr id="21" name="Google Shape;21;p4"/>
          <p:cNvGrpSpPr/>
          <p:nvPr/>
        </p:nvGrpSpPr>
        <p:grpSpPr>
          <a:xfrm>
            <a:off x="281819" y="-1"/>
            <a:ext cx="383517" cy="5143501"/>
            <a:chOff x="-1" y="0"/>
            <a:chExt cx="511357" cy="6858001"/>
          </a:xfrm>
        </p:grpSpPr>
        <p:cxnSp>
          <p:nvCxnSpPr>
            <p:cNvPr id="22" name="Google Shape;22;p4"/>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23" name="Google Shape;23;p4"/>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2" showMasterSp="0">
  <p:cSld name="Layout_02">
    <p:spTree>
      <p:nvGrpSpPr>
        <p:cNvPr id="24" name="Shape 24"/>
        <p:cNvGrpSpPr/>
        <p:nvPr/>
      </p:nvGrpSpPr>
      <p:grpSpPr>
        <a:xfrm>
          <a:off x="0" y="0"/>
          <a:ext cx="0" cy="0"/>
          <a:chOff x="0" y="0"/>
          <a:chExt cx="0" cy="0"/>
        </a:xfrm>
      </p:grpSpPr>
      <p:pic>
        <p:nvPicPr>
          <p:cNvPr descr="pt_bg_building2.png" id="25" name="Google Shape;25;p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6" name="Google Shape;26;p5"/>
          <p:cNvSpPr/>
          <p:nvPr/>
        </p:nvSpPr>
        <p:spPr>
          <a:xfrm>
            <a:off x="-12750" y="-12750"/>
            <a:ext cx="9169500" cy="5169000"/>
          </a:xfrm>
          <a:prstGeom prst="rect">
            <a:avLst/>
          </a:prstGeom>
          <a:solidFill>
            <a:srgbClr val="832BFB">
              <a:alpha val="74900"/>
            </a:srgbClr>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27" name="Google Shape;27;p5"/>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gn="ctr">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8" name="Google Shape;28;p5"/>
          <p:cNvSpPr txBox="1"/>
          <p:nvPr>
            <p:ph type="title"/>
          </p:nvPr>
        </p:nvSpPr>
        <p:spPr>
          <a:xfrm>
            <a:off x="1333500" y="1926100"/>
            <a:ext cx="6596400" cy="4569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chemeClr val="lt1"/>
              </a:buClr>
              <a:buSzPts val="3600"/>
              <a:buFont typeface="Century Gothic"/>
              <a:buNone/>
              <a:defRPr sz="3600">
                <a:solidFill>
                  <a:schemeClr val="lt1"/>
                </a:solidFill>
              </a:defRPr>
            </a:lvl1pPr>
            <a:lvl2pPr lvl="1" rtl="0" algn="l">
              <a:lnSpc>
                <a:spcPct val="90000"/>
              </a:lnSpc>
              <a:spcBef>
                <a:spcPts val="0"/>
              </a:spcBef>
              <a:spcAft>
                <a:spcPts val="0"/>
              </a:spcAft>
              <a:buClr>
                <a:schemeClr val="lt1"/>
              </a:buClr>
              <a:buSzPts val="3600"/>
              <a:buNone/>
              <a:defRPr sz="3600">
                <a:solidFill>
                  <a:schemeClr val="lt1"/>
                </a:solidFill>
              </a:defRPr>
            </a:lvl2pPr>
            <a:lvl3pPr lvl="2" rtl="0" algn="l">
              <a:lnSpc>
                <a:spcPct val="90000"/>
              </a:lnSpc>
              <a:spcBef>
                <a:spcPts val="0"/>
              </a:spcBef>
              <a:spcAft>
                <a:spcPts val="0"/>
              </a:spcAft>
              <a:buClr>
                <a:schemeClr val="lt1"/>
              </a:buClr>
              <a:buSzPts val="3600"/>
              <a:buNone/>
              <a:defRPr sz="3600">
                <a:solidFill>
                  <a:schemeClr val="lt1"/>
                </a:solidFill>
              </a:defRPr>
            </a:lvl3pPr>
            <a:lvl4pPr lvl="3" rtl="0" algn="l">
              <a:lnSpc>
                <a:spcPct val="90000"/>
              </a:lnSpc>
              <a:spcBef>
                <a:spcPts val="0"/>
              </a:spcBef>
              <a:spcAft>
                <a:spcPts val="0"/>
              </a:spcAft>
              <a:buClr>
                <a:schemeClr val="lt1"/>
              </a:buClr>
              <a:buSzPts val="3600"/>
              <a:buNone/>
              <a:defRPr sz="3600">
                <a:solidFill>
                  <a:schemeClr val="lt1"/>
                </a:solidFill>
              </a:defRPr>
            </a:lvl4pPr>
            <a:lvl5pPr lvl="4" rtl="0" algn="l">
              <a:lnSpc>
                <a:spcPct val="90000"/>
              </a:lnSpc>
              <a:spcBef>
                <a:spcPts val="0"/>
              </a:spcBef>
              <a:spcAft>
                <a:spcPts val="0"/>
              </a:spcAft>
              <a:buClr>
                <a:schemeClr val="lt1"/>
              </a:buClr>
              <a:buSzPts val="3600"/>
              <a:buNone/>
              <a:defRPr sz="3600">
                <a:solidFill>
                  <a:schemeClr val="lt1"/>
                </a:solidFill>
              </a:defRPr>
            </a:lvl5pPr>
            <a:lvl6pPr lvl="5" rtl="0" algn="l">
              <a:lnSpc>
                <a:spcPct val="90000"/>
              </a:lnSpc>
              <a:spcBef>
                <a:spcPts val="0"/>
              </a:spcBef>
              <a:spcAft>
                <a:spcPts val="0"/>
              </a:spcAft>
              <a:buClr>
                <a:schemeClr val="lt1"/>
              </a:buClr>
              <a:buSzPts val="3600"/>
              <a:buNone/>
              <a:defRPr sz="3600">
                <a:solidFill>
                  <a:schemeClr val="lt1"/>
                </a:solidFill>
              </a:defRPr>
            </a:lvl6pPr>
            <a:lvl7pPr lvl="6" rtl="0" algn="l">
              <a:lnSpc>
                <a:spcPct val="90000"/>
              </a:lnSpc>
              <a:spcBef>
                <a:spcPts val="0"/>
              </a:spcBef>
              <a:spcAft>
                <a:spcPts val="0"/>
              </a:spcAft>
              <a:buClr>
                <a:schemeClr val="lt1"/>
              </a:buClr>
              <a:buSzPts val="3600"/>
              <a:buNone/>
              <a:defRPr sz="3600">
                <a:solidFill>
                  <a:schemeClr val="lt1"/>
                </a:solidFill>
              </a:defRPr>
            </a:lvl7pPr>
            <a:lvl8pPr lvl="7" rtl="0" algn="l">
              <a:lnSpc>
                <a:spcPct val="90000"/>
              </a:lnSpc>
              <a:spcBef>
                <a:spcPts val="0"/>
              </a:spcBef>
              <a:spcAft>
                <a:spcPts val="0"/>
              </a:spcAft>
              <a:buClr>
                <a:schemeClr val="lt1"/>
              </a:buClr>
              <a:buSzPts val="3600"/>
              <a:buNone/>
              <a:defRPr sz="3600">
                <a:solidFill>
                  <a:schemeClr val="lt1"/>
                </a:solidFill>
              </a:defRPr>
            </a:lvl8pPr>
            <a:lvl9pPr lvl="8" rtl="0" algn="l">
              <a:lnSpc>
                <a:spcPct val="90000"/>
              </a:lnSpc>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3" showMasterSp="0">
  <p:cSld name="Layout_03">
    <p:spTree>
      <p:nvGrpSpPr>
        <p:cNvPr id="29" name="Shape 29"/>
        <p:cNvGrpSpPr/>
        <p:nvPr/>
      </p:nvGrpSpPr>
      <p:grpSpPr>
        <a:xfrm>
          <a:off x="0" y="0"/>
          <a:ext cx="0" cy="0"/>
          <a:chOff x="0" y="0"/>
          <a:chExt cx="0" cy="0"/>
        </a:xfrm>
      </p:grpSpPr>
      <p:sp>
        <p:nvSpPr>
          <p:cNvPr id="30" name="Google Shape;30;p6"/>
          <p:cNvSpPr txBox="1"/>
          <p:nvPr>
            <p:ph type="title"/>
          </p:nvPr>
        </p:nvSpPr>
        <p:spPr>
          <a:xfrm>
            <a:off x="6379852" y="651005"/>
            <a:ext cx="2193900" cy="4002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sp>
        <p:nvSpPr>
          <p:cNvPr id="31" name="Google Shape;31;p6"/>
          <p:cNvSpPr/>
          <p:nvPr>
            <p:ph idx="2" type="pic"/>
          </p:nvPr>
        </p:nvSpPr>
        <p:spPr>
          <a:xfrm>
            <a:off x="0" y="0"/>
            <a:ext cx="5807400" cy="51435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4" showMasterSp="0">
  <p:cSld name="Layout_04">
    <p:spTree>
      <p:nvGrpSpPr>
        <p:cNvPr id="32" name="Shape 32"/>
        <p:cNvGrpSpPr/>
        <p:nvPr/>
      </p:nvGrpSpPr>
      <p:grpSpPr>
        <a:xfrm>
          <a:off x="0" y="0"/>
          <a:ext cx="0" cy="0"/>
          <a:chOff x="0" y="0"/>
          <a:chExt cx="0" cy="0"/>
        </a:xfrm>
      </p:grpSpPr>
      <p:sp>
        <p:nvSpPr>
          <p:cNvPr id="33" name="Google Shape;33;p7"/>
          <p:cNvSpPr txBox="1"/>
          <p:nvPr>
            <p:ph type="title"/>
          </p:nvPr>
        </p:nvSpPr>
        <p:spPr>
          <a:xfrm>
            <a:off x="4644491" y="651005"/>
            <a:ext cx="3824400" cy="4002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sp>
        <p:nvSpPr>
          <p:cNvPr id="34" name="Google Shape;34;p7"/>
          <p:cNvSpPr/>
          <p:nvPr>
            <p:ph idx="2" type="pic"/>
          </p:nvPr>
        </p:nvSpPr>
        <p:spPr>
          <a:xfrm>
            <a:off x="664244" y="-1"/>
            <a:ext cx="3312600" cy="5143500"/>
          </a:xfrm>
          <a:prstGeom prst="rect">
            <a:avLst/>
          </a:prstGeom>
          <a:noFill/>
          <a:ln>
            <a:noFill/>
          </a:ln>
        </p:spPr>
      </p:sp>
      <p:grpSp>
        <p:nvGrpSpPr>
          <p:cNvPr id="35" name="Google Shape;35;p7"/>
          <p:cNvGrpSpPr/>
          <p:nvPr/>
        </p:nvGrpSpPr>
        <p:grpSpPr>
          <a:xfrm>
            <a:off x="281819" y="-1"/>
            <a:ext cx="383517" cy="5143501"/>
            <a:chOff x="-1" y="0"/>
            <a:chExt cx="511357" cy="6858001"/>
          </a:xfrm>
        </p:grpSpPr>
        <p:cxnSp>
          <p:nvCxnSpPr>
            <p:cNvPr id="36" name="Google Shape;36;p7"/>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37" name="Google Shape;37;p7"/>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
        <p:nvSpPr>
          <p:cNvPr id="38" name="Google Shape;38;p7"/>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5" showMasterSp="0">
  <p:cSld name="Layout_05">
    <p:spTree>
      <p:nvGrpSpPr>
        <p:cNvPr id="39" name="Shape 39"/>
        <p:cNvGrpSpPr/>
        <p:nvPr/>
      </p:nvGrpSpPr>
      <p:grpSpPr>
        <a:xfrm>
          <a:off x="0" y="0"/>
          <a:ext cx="0" cy="0"/>
          <a:chOff x="0" y="0"/>
          <a:chExt cx="0" cy="0"/>
        </a:xfrm>
      </p:grpSpPr>
      <p:sp>
        <p:nvSpPr>
          <p:cNvPr id="40" name="Google Shape;40;p8"/>
          <p:cNvSpPr/>
          <p:nvPr>
            <p:ph idx="2" type="pic"/>
          </p:nvPr>
        </p:nvSpPr>
        <p:spPr>
          <a:xfrm>
            <a:off x="4575212" y="-1"/>
            <a:ext cx="4568700" cy="5143500"/>
          </a:xfrm>
          <a:prstGeom prst="rect">
            <a:avLst/>
          </a:prstGeom>
          <a:noFill/>
          <a:ln>
            <a:noFill/>
          </a:ln>
        </p:spPr>
      </p:sp>
      <p:grpSp>
        <p:nvGrpSpPr>
          <p:cNvPr id="41" name="Google Shape;41;p8"/>
          <p:cNvGrpSpPr/>
          <p:nvPr/>
        </p:nvGrpSpPr>
        <p:grpSpPr>
          <a:xfrm>
            <a:off x="281819" y="-1"/>
            <a:ext cx="383517" cy="5143501"/>
            <a:chOff x="-1" y="0"/>
            <a:chExt cx="511357" cy="6858001"/>
          </a:xfrm>
        </p:grpSpPr>
        <p:cxnSp>
          <p:nvCxnSpPr>
            <p:cNvPr id="42" name="Google Shape;42;p8"/>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43" name="Google Shape;43;p8"/>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
        <p:nvSpPr>
          <p:cNvPr id="44" name="Google Shape;44;p8"/>
          <p:cNvSpPr txBox="1"/>
          <p:nvPr>
            <p:ph type="title"/>
          </p:nvPr>
        </p:nvSpPr>
        <p:spPr>
          <a:xfrm>
            <a:off x="1336675" y="1000255"/>
            <a:ext cx="4640700" cy="479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0000"/>
              </a:buClr>
              <a:buSzPts val="3600"/>
              <a:buFont typeface="Century Gothic"/>
              <a:buNone/>
              <a:defRPr sz="36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sp>
        <p:nvSpPr>
          <p:cNvPr id="45" name="Google Shape;45;p8"/>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6" showMasterSp="0">
  <p:cSld name="Layout_06">
    <p:spTree>
      <p:nvGrpSpPr>
        <p:cNvPr id="46" name="Shape 46"/>
        <p:cNvGrpSpPr/>
        <p:nvPr/>
      </p:nvGrpSpPr>
      <p:grpSpPr>
        <a:xfrm>
          <a:off x="0" y="0"/>
          <a:ext cx="0" cy="0"/>
          <a:chOff x="0" y="0"/>
          <a:chExt cx="0" cy="0"/>
        </a:xfrm>
      </p:grpSpPr>
      <p:sp>
        <p:nvSpPr>
          <p:cNvPr id="47" name="Google Shape;47;p9"/>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48" name="Google Shape;48;p9"/>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grpSp>
        <p:nvGrpSpPr>
          <p:cNvPr id="49" name="Google Shape;49;p9"/>
          <p:cNvGrpSpPr/>
          <p:nvPr/>
        </p:nvGrpSpPr>
        <p:grpSpPr>
          <a:xfrm>
            <a:off x="281819" y="-1"/>
            <a:ext cx="383517" cy="5143501"/>
            <a:chOff x="-1" y="0"/>
            <a:chExt cx="511357" cy="6858001"/>
          </a:xfrm>
        </p:grpSpPr>
        <p:cxnSp>
          <p:nvCxnSpPr>
            <p:cNvPr id="50" name="Google Shape;50;p9"/>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51" name="Google Shape;51;p9"/>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
        <p:nvSpPr>
          <p:cNvPr id="52" name="Google Shape;52;p9"/>
          <p:cNvSpPr/>
          <p:nvPr>
            <p:ph idx="2" type="pic"/>
          </p:nvPr>
        </p:nvSpPr>
        <p:spPr>
          <a:xfrm>
            <a:off x="666750" y="3102173"/>
            <a:ext cx="8478900" cy="20412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9" showMasterSp="0">
  <p:cSld name="Layout_09">
    <p:spTree>
      <p:nvGrpSpPr>
        <p:cNvPr id="53" name="Shape 53"/>
        <p:cNvGrpSpPr/>
        <p:nvPr/>
      </p:nvGrpSpPr>
      <p:grpSpPr>
        <a:xfrm>
          <a:off x="0" y="0"/>
          <a:ext cx="0" cy="0"/>
          <a:chOff x="0" y="0"/>
          <a:chExt cx="0" cy="0"/>
        </a:xfrm>
      </p:grpSpPr>
      <p:pic>
        <p:nvPicPr>
          <p:cNvPr descr="pt_bg_building2.png" id="54" name="Google Shape;54;p1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5" name="Google Shape;55;p10"/>
          <p:cNvSpPr/>
          <p:nvPr/>
        </p:nvSpPr>
        <p:spPr>
          <a:xfrm>
            <a:off x="682625" y="-3175"/>
            <a:ext cx="8461500" cy="4118100"/>
          </a:xfrm>
          <a:prstGeom prst="rect">
            <a:avLst/>
          </a:prstGeom>
          <a:gradFill>
            <a:gsLst>
              <a:gs pos="0">
                <a:srgbClr val="FFFFFF">
                  <a:alpha val="65882"/>
                </a:srgbClr>
              </a:gs>
              <a:gs pos="33000">
                <a:srgbClr val="FFFFFF">
                  <a:alpha val="65882"/>
                </a:srgbClr>
              </a:gs>
              <a:gs pos="52000">
                <a:schemeClr val="lt1"/>
              </a:gs>
              <a:gs pos="100000">
                <a:srgbClr val="FFFFFF">
                  <a:alpha val="0"/>
                </a:srgbClr>
              </a:gs>
            </a:gsLst>
            <a:lin ang="5400012" scaled="0"/>
          </a:gra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sp>
        <p:nvSpPr>
          <p:cNvPr id="56" name="Google Shape;56;p10"/>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57" name="Google Shape;57;p10"/>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grpSp>
        <p:nvGrpSpPr>
          <p:cNvPr id="58" name="Google Shape;58;p10"/>
          <p:cNvGrpSpPr/>
          <p:nvPr/>
        </p:nvGrpSpPr>
        <p:grpSpPr>
          <a:xfrm>
            <a:off x="281819" y="-1"/>
            <a:ext cx="383517" cy="5143501"/>
            <a:chOff x="-1" y="0"/>
            <a:chExt cx="511357" cy="6858001"/>
          </a:xfrm>
        </p:grpSpPr>
        <p:cxnSp>
          <p:nvCxnSpPr>
            <p:cNvPr id="59" name="Google Shape;59;p10"/>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60" name="Google Shape;60;p10"/>
            <p:cNvPicPr preferRelativeResize="0"/>
            <p:nvPr/>
          </p:nvPicPr>
          <p:blipFill rotWithShape="1">
            <a:blip r:embed="rId3">
              <a:alphaModFix/>
            </a:blip>
            <a:srcRect b="0" l="0" r="0" t="0"/>
            <a:stretch/>
          </p:blipFill>
          <p:spPr>
            <a:xfrm rot="-5400000">
              <a:off x="-260132" y="699566"/>
              <a:ext cx="672664" cy="152401"/>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10" showMasterSp="0">
  <p:cSld name="Layout_10">
    <p:spTree>
      <p:nvGrpSpPr>
        <p:cNvPr id="61" name="Shape 61"/>
        <p:cNvGrpSpPr/>
        <p:nvPr/>
      </p:nvGrpSpPr>
      <p:grpSpPr>
        <a:xfrm>
          <a:off x="0" y="0"/>
          <a:ext cx="0" cy="0"/>
          <a:chOff x="0" y="0"/>
          <a:chExt cx="0" cy="0"/>
        </a:xfrm>
      </p:grpSpPr>
      <p:grpSp>
        <p:nvGrpSpPr>
          <p:cNvPr id="62" name="Google Shape;62;p11"/>
          <p:cNvGrpSpPr/>
          <p:nvPr/>
        </p:nvGrpSpPr>
        <p:grpSpPr>
          <a:xfrm>
            <a:off x="281819" y="-1"/>
            <a:ext cx="383517" cy="5143501"/>
            <a:chOff x="-1" y="0"/>
            <a:chExt cx="511357" cy="6858001"/>
          </a:xfrm>
        </p:grpSpPr>
        <p:cxnSp>
          <p:nvCxnSpPr>
            <p:cNvPr id="63" name="Google Shape;63;p11"/>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64" name="Google Shape;64;p11"/>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
        <p:nvSpPr>
          <p:cNvPr id="65" name="Google Shape;65;p11"/>
          <p:cNvSpPr txBox="1"/>
          <p:nvPr>
            <p:ph type="title"/>
          </p:nvPr>
        </p:nvSpPr>
        <p:spPr>
          <a:xfrm>
            <a:off x="1336675" y="1743075"/>
            <a:ext cx="2095500" cy="4002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sp>
        <p:nvSpPr>
          <p:cNvPr id="66" name="Google Shape;66;p11"/>
          <p:cNvSpPr/>
          <p:nvPr>
            <p:ph idx="2" type="pic"/>
          </p:nvPr>
        </p:nvSpPr>
        <p:spPr>
          <a:xfrm>
            <a:off x="5745247" y="-1"/>
            <a:ext cx="1657500" cy="1657500"/>
          </a:xfrm>
          <a:prstGeom prst="rect">
            <a:avLst/>
          </a:prstGeom>
          <a:noFill/>
          <a:ln>
            <a:noFill/>
          </a:ln>
        </p:spPr>
      </p:sp>
      <p:sp>
        <p:nvSpPr>
          <p:cNvPr id="67" name="Google Shape;67;p11"/>
          <p:cNvSpPr/>
          <p:nvPr>
            <p:ph idx="3" type="pic"/>
          </p:nvPr>
        </p:nvSpPr>
        <p:spPr>
          <a:xfrm>
            <a:off x="5745247" y="1743075"/>
            <a:ext cx="1657500" cy="1657500"/>
          </a:xfrm>
          <a:prstGeom prst="rect">
            <a:avLst/>
          </a:prstGeom>
          <a:noFill/>
          <a:ln>
            <a:noFill/>
          </a:ln>
        </p:spPr>
      </p:sp>
      <p:sp>
        <p:nvSpPr>
          <p:cNvPr id="68" name="Google Shape;68;p11"/>
          <p:cNvSpPr/>
          <p:nvPr>
            <p:ph idx="4" type="pic"/>
          </p:nvPr>
        </p:nvSpPr>
        <p:spPr>
          <a:xfrm>
            <a:off x="4004737" y="1743075"/>
            <a:ext cx="1657500" cy="1657500"/>
          </a:xfrm>
          <a:prstGeom prst="rect">
            <a:avLst/>
          </a:prstGeom>
          <a:noFill/>
          <a:ln>
            <a:noFill/>
          </a:ln>
        </p:spPr>
      </p:sp>
      <p:sp>
        <p:nvSpPr>
          <p:cNvPr id="69" name="Google Shape;69;p11"/>
          <p:cNvSpPr/>
          <p:nvPr>
            <p:ph idx="5" type="pic"/>
          </p:nvPr>
        </p:nvSpPr>
        <p:spPr>
          <a:xfrm>
            <a:off x="7486650" y="1743075"/>
            <a:ext cx="1657500" cy="1657500"/>
          </a:xfrm>
          <a:prstGeom prst="rect">
            <a:avLst/>
          </a:prstGeom>
          <a:noFill/>
          <a:ln>
            <a:noFill/>
          </a:ln>
        </p:spPr>
      </p:sp>
      <p:sp>
        <p:nvSpPr>
          <p:cNvPr id="70" name="Google Shape;70;p11"/>
          <p:cNvSpPr/>
          <p:nvPr>
            <p:ph idx="6" type="pic"/>
          </p:nvPr>
        </p:nvSpPr>
        <p:spPr>
          <a:xfrm>
            <a:off x="5745247" y="3486150"/>
            <a:ext cx="1657500" cy="1657500"/>
          </a:xfrm>
          <a:prstGeom prst="rect">
            <a:avLst/>
          </a:prstGeom>
          <a:noFill/>
          <a:ln>
            <a:noFill/>
          </a:ln>
        </p:spPr>
      </p:sp>
      <p:sp>
        <p:nvSpPr>
          <p:cNvPr id="71" name="Google Shape;71;p11"/>
          <p:cNvSpPr/>
          <p:nvPr>
            <p:ph idx="7" type="pic"/>
          </p:nvPr>
        </p:nvSpPr>
        <p:spPr>
          <a:xfrm>
            <a:off x="7486650" y="3486150"/>
            <a:ext cx="1657500" cy="1657500"/>
          </a:xfrm>
          <a:prstGeom prst="rect">
            <a:avLst/>
          </a:prstGeom>
          <a:noFill/>
          <a:ln>
            <a:noFill/>
          </a:ln>
        </p:spPr>
      </p:sp>
      <p:sp>
        <p:nvSpPr>
          <p:cNvPr id="72" name="Google Shape;72;p11"/>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11" showMasterSp="0">
  <p:cSld name="Layout_11">
    <p:spTree>
      <p:nvGrpSpPr>
        <p:cNvPr id="73" name="Shape 73"/>
        <p:cNvGrpSpPr/>
        <p:nvPr/>
      </p:nvGrpSpPr>
      <p:grpSpPr>
        <a:xfrm>
          <a:off x="0" y="0"/>
          <a:ext cx="0" cy="0"/>
          <a:chOff x="0" y="0"/>
          <a:chExt cx="0" cy="0"/>
        </a:xfrm>
      </p:grpSpPr>
      <p:sp>
        <p:nvSpPr>
          <p:cNvPr id="74" name="Google Shape;74;p12"/>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75" name="Google Shape;75;p12"/>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grpSp>
        <p:nvGrpSpPr>
          <p:cNvPr id="76" name="Google Shape;76;p12"/>
          <p:cNvGrpSpPr/>
          <p:nvPr/>
        </p:nvGrpSpPr>
        <p:grpSpPr>
          <a:xfrm>
            <a:off x="281819" y="-1"/>
            <a:ext cx="383517" cy="5143501"/>
            <a:chOff x="-1" y="0"/>
            <a:chExt cx="511357" cy="6858001"/>
          </a:xfrm>
        </p:grpSpPr>
        <p:cxnSp>
          <p:nvCxnSpPr>
            <p:cNvPr id="77" name="Google Shape;77;p12"/>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78" name="Google Shape;78;p12"/>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
        <p:nvSpPr>
          <p:cNvPr id="79" name="Google Shape;79;p12"/>
          <p:cNvSpPr/>
          <p:nvPr>
            <p:ph idx="2" type="pic"/>
          </p:nvPr>
        </p:nvSpPr>
        <p:spPr>
          <a:xfrm>
            <a:off x="1193320" y="1284134"/>
            <a:ext cx="1428300" cy="1428300"/>
          </a:xfrm>
          <a:prstGeom prst="rect">
            <a:avLst/>
          </a:prstGeom>
          <a:noFill/>
          <a:ln>
            <a:noFill/>
          </a:ln>
        </p:spPr>
      </p:sp>
      <p:sp>
        <p:nvSpPr>
          <p:cNvPr id="80" name="Google Shape;80;p12"/>
          <p:cNvSpPr/>
          <p:nvPr>
            <p:ph idx="3" type="pic"/>
          </p:nvPr>
        </p:nvSpPr>
        <p:spPr>
          <a:xfrm>
            <a:off x="2689046" y="1284134"/>
            <a:ext cx="1428300" cy="1428300"/>
          </a:xfrm>
          <a:prstGeom prst="rect">
            <a:avLst/>
          </a:prstGeom>
          <a:noFill/>
          <a:ln>
            <a:noFill/>
          </a:ln>
        </p:spPr>
      </p:sp>
      <p:sp>
        <p:nvSpPr>
          <p:cNvPr id="81" name="Google Shape;81;p12"/>
          <p:cNvSpPr/>
          <p:nvPr>
            <p:ph idx="4" type="pic"/>
          </p:nvPr>
        </p:nvSpPr>
        <p:spPr>
          <a:xfrm>
            <a:off x="4184772" y="1284134"/>
            <a:ext cx="1428300" cy="1428300"/>
          </a:xfrm>
          <a:prstGeom prst="rect">
            <a:avLst/>
          </a:prstGeom>
          <a:noFill/>
          <a:ln>
            <a:noFill/>
          </a:ln>
        </p:spPr>
      </p:sp>
      <p:sp>
        <p:nvSpPr>
          <p:cNvPr id="82" name="Google Shape;82;p12"/>
          <p:cNvSpPr/>
          <p:nvPr>
            <p:ph idx="5" type="pic"/>
          </p:nvPr>
        </p:nvSpPr>
        <p:spPr>
          <a:xfrm>
            <a:off x="5680499" y="1284134"/>
            <a:ext cx="1428300" cy="1428300"/>
          </a:xfrm>
          <a:prstGeom prst="rect">
            <a:avLst/>
          </a:prstGeom>
          <a:noFill/>
          <a:ln>
            <a:noFill/>
          </a:ln>
        </p:spPr>
      </p:sp>
      <p:sp>
        <p:nvSpPr>
          <p:cNvPr id="83" name="Google Shape;83;p12"/>
          <p:cNvSpPr/>
          <p:nvPr>
            <p:ph idx="6" type="pic"/>
          </p:nvPr>
        </p:nvSpPr>
        <p:spPr>
          <a:xfrm>
            <a:off x="7176224" y="1284134"/>
            <a:ext cx="1428300" cy="1428300"/>
          </a:xfrm>
          <a:prstGeom prst="rect">
            <a:avLst/>
          </a:prstGeom>
          <a:noFill/>
          <a:ln>
            <a:noFill/>
          </a:ln>
        </p:spPr>
      </p:sp>
      <p:sp>
        <p:nvSpPr>
          <p:cNvPr id="84" name="Google Shape;84;p12"/>
          <p:cNvSpPr/>
          <p:nvPr>
            <p:ph idx="7" type="pic"/>
          </p:nvPr>
        </p:nvSpPr>
        <p:spPr>
          <a:xfrm>
            <a:off x="1193320" y="2983231"/>
            <a:ext cx="1428300" cy="1428300"/>
          </a:xfrm>
          <a:prstGeom prst="rect">
            <a:avLst/>
          </a:prstGeom>
          <a:noFill/>
          <a:ln>
            <a:noFill/>
          </a:ln>
        </p:spPr>
      </p:sp>
      <p:sp>
        <p:nvSpPr>
          <p:cNvPr id="85" name="Google Shape;85;p12"/>
          <p:cNvSpPr/>
          <p:nvPr>
            <p:ph idx="8" type="pic"/>
          </p:nvPr>
        </p:nvSpPr>
        <p:spPr>
          <a:xfrm>
            <a:off x="2689046" y="2983231"/>
            <a:ext cx="1428300" cy="1428300"/>
          </a:xfrm>
          <a:prstGeom prst="rect">
            <a:avLst/>
          </a:prstGeom>
          <a:noFill/>
          <a:ln>
            <a:noFill/>
          </a:ln>
        </p:spPr>
      </p:sp>
      <p:sp>
        <p:nvSpPr>
          <p:cNvPr id="86" name="Google Shape;86;p12"/>
          <p:cNvSpPr/>
          <p:nvPr>
            <p:ph idx="9" type="pic"/>
          </p:nvPr>
        </p:nvSpPr>
        <p:spPr>
          <a:xfrm>
            <a:off x="4184772" y="2983231"/>
            <a:ext cx="1428300" cy="1428300"/>
          </a:xfrm>
          <a:prstGeom prst="rect">
            <a:avLst/>
          </a:prstGeom>
          <a:noFill/>
          <a:ln>
            <a:noFill/>
          </a:ln>
        </p:spPr>
      </p:sp>
      <p:sp>
        <p:nvSpPr>
          <p:cNvPr id="87" name="Google Shape;87;p12"/>
          <p:cNvSpPr/>
          <p:nvPr>
            <p:ph idx="13" type="pic"/>
          </p:nvPr>
        </p:nvSpPr>
        <p:spPr>
          <a:xfrm>
            <a:off x="5680499" y="2983231"/>
            <a:ext cx="1428300" cy="1428300"/>
          </a:xfrm>
          <a:prstGeom prst="rect">
            <a:avLst/>
          </a:prstGeom>
          <a:noFill/>
          <a:ln>
            <a:noFill/>
          </a:ln>
        </p:spPr>
      </p:sp>
      <p:sp>
        <p:nvSpPr>
          <p:cNvPr id="88" name="Google Shape;88;p12"/>
          <p:cNvSpPr/>
          <p:nvPr>
            <p:ph idx="14" type="pic"/>
          </p:nvPr>
        </p:nvSpPr>
        <p:spPr>
          <a:xfrm>
            <a:off x="7176224" y="2983231"/>
            <a:ext cx="1428300" cy="14283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12" showMasterSp="0">
  <p:cSld name="Layout_12">
    <p:spTree>
      <p:nvGrpSpPr>
        <p:cNvPr id="89" name="Shape 89"/>
        <p:cNvGrpSpPr/>
        <p:nvPr/>
      </p:nvGrpSpPr>
      <p:grpSpPr>
        <a:xfrm>
          <a:off x="0" y="0"/>
          <a:ext cx="0" cy="0"/>
          <a:chOff x="0" y="0"/>
          <a:chExt cx="0" cy="0"/>
        </a:xfrm>
      </p:grpSpPr>
      <p:sp>
        <p:nvSpPr>
          <p:cNvPr id="90" name="Google Shape;90;p13"/>
          <p:cNvSpPr/>
          <p:nvPr/>
        </p:nvSpPr>
        <p:spPr>
          <a:xfrm>
            <a:off x="4659579" y="-1518922"/>
            <a:ext cx="5780400" cy="5780400"/>
          </a:xfrm>
          <a:prstGeom prst="ellipse">
            <a:avLst/>
          </a:prstGeom>
          <a:noFill/>
          <a:ln cap="flat" cmpd="sng" w="254000">
            <a:solidFill>
              <a:srgbClr val="832BFB"/>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nvGrpSpPr>
          <p:cNvPr id="91" name="Google Shape;91;p13"/>
          <p:cNvGrpSpPr/>
          <p:nvPr/>
        </p:nvGrpSpPr>
        <p:grpSpPr>
          <a:xfrm>
            <a:off x="281819" y="-1"/>
            <a:ext cx="383517" cy="5143501"/>
            <a:chOff x="-1" y="0"/>
            <a:chExt cx="511357" cy="6858001"/>
          </a:xfrm>
        </p:grpSpPr>
        <p:cxnSp>
          <p:nvCxnSpPr>
            <p:cNvPr id="92" name="Google Shape;92;p13"/>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93" name="Google Shape;93;p13"/>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
        <p:nvSpPr>
          <p:cNvPr id="94" name="Google Shape;94;p13"/>
          <p:cNvSpPr txBox="1"/>
          <p:nvPr>
            <p:ph type="title"/>
          </p:nvPr>
        </p:nvSpPr>
        <p:spPr>
          <a:xfrm>
            <a:off x="1336675" y="954169"/>
            <a:ext cx="2095500" cy="4002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sp>
        <p:nvSpPr>
          <p:cNvPr id="95" name="Google Shape;95;p13"/>
          <p:cNvSpPr/>
          <p:nvPr>
            <p:ph idx="2" type="pic"/>
          </p:nvPr>
        </p:nvSpPr>
        <p:spPr>
          <a:xfrm>
            <a:off x="4934185" y="667047"/>
            <a:ext cx="3655500" cy="4476600"/>
          </a:xfrm>
          <a:prstGeom prst="rect">
            <a:avLst/>
          </a:prstGeom>
          <a:noFill/>
          <a:ln>
            <a:noFill/>
          </a:ln>
        </p:spPr>
      </p:sp>
      <p:sp>
        <p:nvSpPr>
          <p:cNvPr id="96" name="Google Shape;96;p13"/>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howMasterSp="0">
  <p:cSld name="End">
    <p:spTree>
      <p:nvGrpSpPr>
        <p:cNvPr id="97" name="Shape 97"/>
        <p:cNvGrpSpPr/>
        <p:nvPr/>
      </p:nvGrpSpPr>
      <p:grpSpPr>
        <a:xfrm>
          <a:off x="0" y="0"/>
          <a:ext cx="0" cy="0"/>
          <a:chOff x="0" y="0"/>
          <a:chExt cx="0" cy="0"/>
        </a:xfrm>
      </p:grpSpPr>
      <p:pic>
        <p:nvPicPr>
          <p:cNvPr descr="pt_bg_bk-violet.png" id="98" name="Google Shape;98;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99" name="Google Shape;99;p14"/>
          <p:cNvSpPr txBox="1"/>
          <p:nvPr>
            <p:ph type="title"/>
          </p:nvPr>
        </p:nvSpPr>
        <p:spPr>
          <a:xfrm>
            <a:off x="1333500" y="2228980"/>
            <a:ext cx="7145100" cy="4947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rgbClr val="FFFFFF"/>
              </a:buClr>
              <a:buSzPts val="1400"/>
              <a:buNone/>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7" showMasterSp="0">
  <p:cSld name="Layout_07">
    <p:spTree>
      <p:nvGrpSpPr>
        <p:cNvPr id="100" name="Shape 100"/>
        <p:cNvGrpSpPr/>
        <p:nvPr/>
      </p:nvGrpSpPr>
      <p:grpSpPr>
        <a:xfrm>
          <a:off x="0" y="0"/>
          <a:ext cx="0" cy="0"/>
          <a:chOff x="0" y="0"/>
          <a:chExt cx="0" cy="0"/>
        </a:xfrm>
      </p:grpSpPr>
      <p:sp>
        <p:nvSpPr>
          <p:cNvPr id="101" name="Google Shape;101;p15"/>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1pPr>
            <a:lvl2pPr indent="0" lvl="1"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2pPr>
            <a:lvl3pPr indent="0" lvl="2"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3pPr>
            <a:lvl4pPr indent="0" lvl="3"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4pPr>
            <a:lvl5pPr indent="0" lvl="4"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5pPr>
            <a:lvl6pPr indent="0" lvl="5"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6pPr>
            <a:lvl7pPr indent="0" lvl="6"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7pPr>
            <a:lvl8pPr indent="0" lvl="7"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8pPr>
            <a:lvl9pPr indent="0" lvl="8" marL="0">
              <a:lnSpc>
                <a:spcPct val="100000"/>
              </a:lnSpc>
              <a:spcBef>
                <a:spcPts val="0"/>
              </a:spcBef>
              <a:spcAft>
                <a:spcPts val="0"/>
              </a:spcAft>
              <a:buClr>
                <a:srgbClr val="888888"/>
              </a:buClr>
              <a:buSzPts val="800"/>
              <a:buFont typeface="Arial"/>
              <a:buNone/>
              <a:defRPr sz="800">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02" name="Google Shape;102;p15"/>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lvl1pPr lvl="0" algn="l">
              <a:lnSpc>
                <a:spcPct val="113888"/>
              </a:lnSpc>
              <a:spcBef>
                <a:spcPts val="0"/>
              </a:spcBef>
              <a:spcAft>
                <a:spcPts val="0"/>
              </a:spcAft>
              <a:buClr>
                <a:srgbClr val="000000"/>
              </a:buClr>
              <a:buSzPts val="2700"/>
              <a:buFont typeface="Century Gothic"/>
              <a:buNone/>
              <a:defRPr sz="2700">
                <a:solidFill>
                  <a:srgbClr val="000000"/>
                </a:solidFill>
              </a:defRPr>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grpSp>
        <p:nvGrpSpPr>
          <p:cNvPr id="103" name="Google Shape;103;p15"/>
          <p:cNvGrpSpPr/>
          <p:nvPr/>
        </p:nvGrpSpPr>
        <p:grpSpPr>
          <a:xfrm>
            <a:off x="281819" y="-1"/>
            <a:ext cx="383517" cy="5143501"/>
            <a:chOff x="-1" y="0"/>
            <a:chExt cx="511357" cy="6858001"/>
          </a:xfrm>
        </p:grpSpPr>
        <p:cxnSp>
          <p:nvCxnSpPr>
            <p:cNvPr id="104" name="Google Shape;104;p15"/>
            <p:cNvCxnSpPr/>
            <p:nvPr/>
          </p:nvCxnSpPr>
          <p:spPr>
            <a:xfrm flipH="1" rot="10800000">
              <a:off x="511355" y="0"/>
              <a:ext cx="1" cy="6858001"/>
            </a:xfrm>
            <a:prstGeom prst="straightConnector1">
              <a:avLst/>
            </a:prstGeom>
            <a:noFill/>
            <a:ln cap="flat" cmpd="sng" w="12700">
              <a:solidFill>
                <a:srgbClr val="DDDDDD">
                  <a:alpha val="60000"/>
                </a:srgbClr>
              </a:solidFill>
              <a:prstDash val="solid"/>
              <a:miter lim="400000"/>
              <a:headEnd len="sm" w="sm" type="none"/>
              <a:tailEnd len="sm" w="sm" type="none"/>
            </a:ln>
          </p:spPr>
        </p:cxnSp>
        <p:pic>
          <p:nvPicPr>
            <p:cNvPr descr="logo_basic.pdf" id="105" name="Google Shape;105;p15"/>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
        <p:nvSpPr>
          <p:cNvPr id="106" name="Google Shape;106;p15"/>
          <p:cNvSpPr/>
          <p:nvPr>
            <p:ph idx="2" type="pic"/>
          </p:nvPr>
        </p:nvSpPr>
        <p:spPr>
          <a:xfrm>
            <a:off x="1333946" y="1481137"/>
            <a:ext cx="7145100" cy="30984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_01-2" showMasterSp="0">
  <p:cSld name="Layout_01-2">
    <p:bg>
      <p:bgPr>
        <a:solidFill>
          <a:srgbClr val="832BFB"/>
        </a:solidFill>
      </p:bgPr>
    </p:bg>
    <p:spTree>
      <p:nvGrpSpPr>
        <p:cNvPr id="107" name="Shape 107"/>
        <p:cNvGrpSpPr/>
        <p:nvPr/>
      </p:nvGrpSpPr>
      <p:grpSpPr>
        <a:xfrm>
          <a:off x="0" y="0"/>
          <a:ext cx="0" cy="0"/>
          <a:chOff x="0" y="0"/>
          <a:chExt cx="0" cy="0"/>
        </a:xfrm>
      </p:grpSpPr>
      <p:sp>
        <p:nvSpPr>
          <p:cNvPr id="108" name="Google Shape;108;p16"/>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marR="0" algn="ctr">
              <a:lnSpc>
                <a:spcPct val="100000"/>
              </a:lnSpc>
              <a:spcBef>
                <a:spcPts val="0"/>
              </a:spcBef>
              <a:spcAft>
                <a:spcPts val="0"/>
              </a:spcAft>
              <a:buClr>
                <a:srgbClr val="FFFFFF"/>
              </a:buClr>
              <a:buSzPts val="800"/>
              <a:buFont typeface="Arial"/>
              <a:buNone/>
              <a:defRPr>
                <a:solidFill>
                  <a:srgbClr val="FFFFFF"/>
                </a:solidFill>
              </a:defRPr>
            </a:lvl1pPr>
            <a:lvl2pPr indent="0" lvl="1" marL="0" marR="0" algn="ctr">
              <a:lnSpc>
                <a:spcPct val="100000"/>
              </a:lnSpc>
              <a:spcBef>
                <a:spcPts val="0"/>
              </a:spcBef>
              <a:spcAft>
                <a:spcPts val="0"/>
              </a:spcAft>
              <a:buClr>
                <a:srgbClr val="FFFFFF"/>
              </a:buClr>
              <a:buSzPts val="800"/>
              <a:buFont typeface="Arial"/>
              <a:buNone/>
              <a:defRPr>
                <a:solidFill>
                  <a:srgbClr val="FFFFFF"/>
                </a:solidFill>
              </a:defRPr>
            </a:lvl2pPr>
            <a:lvl3pPr indent="0" lvl="2" marL="0" marR="0" algn="ctr">
              <a:lnSpc>
                <a:spcPct val="100000"/>
              </a:lnSpc>
              <a:spcBef>
                <a:spcPts val="0"/>
              </a:spcBef>
              <a:spcAft>
                <a:spcPts val="0"/>
              </a:spcAft>
              <a:buClr>
                <a:srgbClr val="FFFFFF"/>
              </a:buClr>
              <a:buSzPts val="800"/>
              <a:buFont typeface="Arial"/>
              <a:buNone/>
              <a:defRPr>
                <a:solidFill>
                  <a:srgbClr val="FFFFFF"/>
                </a:solidFill>
              </a:defRPr>
            </a:lvl3pPr>
            <a:lvl4pPr indent="0" lvl="3" marL="0" marR="0" algn="ctr">
              <a:lnSpc>
                <a:spcPct val="100000"/>
              </a:lnSpc>
              <a:spcBef>
                <a:spcPts val="0"/>
              </a:spcBef>
              <a:spcAft>
                <a:spcPts val="0"/>
              </a:spcAft>
              <a:buClr>
                <a:srgbClr val="FFFFFF"/>
              </a:buClr>
              <a:buSzPts val="800"/>
              <a:buFont typeface="Arial"/>
              <a:buNone/>
              <a:defRPr>
                <a:solidFill>
                  <a:srgbClr val="FFFFFF"/>
                </a:solidFill>
              </a:defRPr>
            </a:lvl4pPr>
            <a:lvl5pPr indent="0" lvl="4" marL="0" marR="0" algn="ctr">
              <a:lnSpc>
                <a:spcPct val="100000"/>
              </a:lnSpc>
              <a:spcBef>
                <a:spcPts val="0"/>
              </a:spcBef>
              <a:spcAft>
                <a:spcPts val="0"/>
              </a:spcAft>
              <a:buClr>
                <a:srgbClr val="FFFFFF"/>
              </a:buClr>
              <a:buSzPts val="800"/>
              <a:buFont typeface="Arial"/>
              <a:buNone/>
              <a:defRPr>
                <a:solidFill>
                  <a:srgbClr val="FFFFFF"/>
                </a:solidFill>
              </a:defRPr>
            </a:lvl5pPr>
            <a:lvl6pPr indent="0" lvl="5" marL="0" marR="0" algn="ctr">
              <a:lnSpc>
                <a:spcPct val="100000"/>
              </a:lnSpc>
              <a:spcBef>
                <a:spcPts val="0"/>
              </a:spcBef>
              <a:spcAft>
                <a:spcPts val="0"/>
              </a:spcAft>
              <a:buClr>
                <a:srgbClr val="FFFFFF"/>
              </a:buClr>
              <a:buSzPts val="800"/>
              <a:buFont typeface="Arial"/>
              <a:buNone/>
              <a:defRPr>
                <a:solidFill>
                  <a:srgbClr val="FFFFFF"/>
                </a:solidFill>
              </a:defRPr>
            </a:lvl6pPr>
            <a:lvl7pPr indent="0" lvl="6" marL="0" marR="0" algn="ctr">
              <a:lnSpc>
                <a:spcPct val="100000"/>
              </a:lnSpc>
              <a:spcBef>
                <a:spcPts val="0"/>
              </a:spcBef>
              <a:spcAft>
                <a:spcPts val="0"/>
              </a:spcAft>
              <a:buClr>
                <a:srgbClr val="FFFFFF"/>
              </a:buClr>
              <a:buSzPts val="800"/>
              <a:buFont typeface="Arial"/>
              <a:buNone/>
              <a:defRPr>
                <a:solidFill>
                  <a:srgbClr val="FFFFFF"/>
                </a:solidFill>
              </a:defRPr>
            </a:lvl7pPr>
            <a:lvl8pPr indent="0" lvl="7" marL="0" marR="0" algn="ctr">
              <a:lnSpc>
                <a:spcPct val="100000"/>
              </a:lnSpc>
              <a:spcBef>
                <a:spcPts val="0"/>
              </a:spcBef>
              <a:spcAft>
                <a:spcPts val="0"/>
              </a:spcAft>
              <a:buClr>
                <a:srgbClr val="FFFFFF"/>
              </a:buClr>
              <a:buSzPts val="800"/>
              <a:buFont typeface="Arial"/>
              <a:buNone/>
              <a:defRPr>
                <a:solidFill>
                  <a:srgbClr val="FFFFFF"/>
                </a:solidFill>
              </a:defRPr>
            </a:lvl8pPr>
            <a:lvl9pPr indent="0" lvl="8" marL="0" marR="0" algn="ctr">
              <a:lnSpc>
                <a:spcPct val="100000"/>
              </a:lnSpc>
              <a:spcBef>
                <a:spcPts val="0"/>
              </a:spcBef>
              <a:spcAft>
                <a:spcPts val="0"/>
              </a:spcAft>
              <a:buClr>
                <a:srgbClr val="FFFFFF"/>
              </a:buClr>
              <a:buSzPts val="800"/>
              <a:buFont typeface="Arial"/>
              <a:buNone/>
              <a:defRPr>
                <a:solidFill>
                  <a:srgbClr val="FFFFFF"/>
                </a:solidFill>
              </a:defRPr>
            </a:lvl9pPr>
          </a:lstStyle>
          <a:p>
            <a:pPr indent="0" lvl="0" marL="0" rtl="0" algn="ctr">
              <a:spcBef>
                <a:spcPts val="0"/>
              </a:spcBef>
              <a:spcAft>
                <a:spcPts val="0"/>
              </a:spcAft>
              <a:buNone/>
            </a:pPr>
            <a:fld id="{00000000-1234-1234-1234-123412341234}" type="slidenum">
              <a:rPr lang="en-US"/>
              <a:t>‹#›</a:t>
            </a:fld>
            <a:endParaRPr>
              <a:solidFill>
                <a:srgbClr val="888888"/>
              </a:solidFill>
            </a:endParaRPr>
          </a:p>
        </p:txBody>
      </p:sp>
      <p:sp>
        <p:nvSpPr>
          <p:cNvPr id="109" name="Google Shape;109;p16"/>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rgbClr val="FFFFFF"/>
              </a:buClr>
              <a:buSzPts val="2700"/>
              <a:buFont typeface="Century Gothic"/>
              <a:buNone/>
              <a:defRPr sz="2700"/>
            </a:lvl1pPr>
            <a:lvl2pPr lvl="1" algn="l">
              <a:lnSpc>
                <a:spcPct val="266666"/>
              </a:lnSpc>
              <a:spcBef>
                <a:spcPts val="0"/>
              </a:spcBef>
              <a:spcAft>
                <a:spcPts val="0"/>
              </a:spcAft>
              <a:buClr>
                <a:srgbClr val="FFFFFF"/>
              </a:buClr>
              <a:buSzPts val="1400"/>
              <a:buNone/>
              <a:defRPr/>
            </a:lvl2pPr>
            <a:lvl3pPr lvl="2" algn="l">
              <a:lnSpc>
                <a:spcPct val="266666"/>
              </a:lnSpc>
              <a:spcBef>
                <a:spcPts val="0"/>
              </a:spcBef>
              <a:spcAft>
                <a:spcPts val="0"/>
              </a:spcAft>
              <a:buClr>
                <a:srgbClr val="FFFFFF"/>
              </a:buClr>
              <a:buSzPts val="1400"/>
              <a:buNone/>
              <a:defRPr/>
            </a:lvl3pPr>
            <a:lvl4pPr lvl="3" algn="l">
              <a:lnSpc>
                <a:spcPct val="266666"/>
              </a:lnSpc>
              <a:spcBef>
                <a:spcPts val="0"/>
              </a:spcBef>
              <a:spcAft>
                <a:spcPts val="0"/>
              </a:spcAft>
              <a:buClr>
                <a:srgbClr val="FFFFFF"/>
              </a:buClr>
              <a:buSzPts val="1400"/>
              <a:buNone/>
              <a:defRPr/>
            </a:lvl4pPr>
            <a:lvl5pPr lvl="4" algn="l">
              <a:lnSpc>
                <a:spcPct val="266666"/>
              </a:lnSpc>
              <a:spcBef>
                <a:spcPts val="0"/>
              </a:spcBef>
              <a:spcAft>
                <a:spcPts val="0"/>
              </a:spcAft>
              <a:buClr>
                <a:srgbClr val="FFFFFF"/>
              </a:buClr>
              <a:buSzPts val="1400"/>
              <a:buNone/>
              <a:defRPr/>
            </a:lvl5pPr>
            <a:lvl6pPr lvl="5" algn="l">
              <a:lnSpc>
                <a:spcPct val="266666"/>
              </a:lnSpc>
              <a:spcBef>
                <a:spcPts val="0"/>
              </a:spcBef>
              <a:spcAft>
                <a:spcPts val="0"/>
              </a:spcAft>
              <a:buClr>
                <a:srgbClr val="FFFFFF"/>
              </a:buClr>
              <a:buSzPts val="1400"/>
              <a:buNone/>
              <a:defRPr/>
            </a:lvl6pPr>
            <a:lvl7pPr lvl="6" algn="l">
              <a:lnSpc>
                <a:spcPct val="266666"/>
              </a:lnSpc>
              <a:spcBef>
                <a:spcPts val="0"/>
              </a:spcBef>
              <a:spcAft>
                <a:spcPts val="0"/>
              </a:spcAft>
              <a:buClr>
                <a:srgbClr val="FFFFFF"/>
              </a:buClr>
              <a:buSzPts val="1400"/>
              <a:buNone/>
              <a:defRPr/>
            </a:lvl7pPr>
            <a:lvl8pPr lvl="7" algn="l">
              <a:lnSpc>
                <a:spcPct val="266666"/>
              </a:lnSpc>
              <a:spcBef>
                <a:spcPts val="0"/>
              </a:spcBef>
              <a:spcAft>
                <a:spcPts val="0"/>
              </a:spcAft>
              <a:buClr>
                <a:srgbClr val="FFFFFF"/>
              </a:buClr>
              <a:buSzPts val="1400"/>
              <a:buNone/>
              <a:defRPr/>
            </a:lvl8pPr>
            <a:lvl9pPr lvl="8" algn="l">
              <a:lnSpc>
                <a:spcPct val="266666"/>
              </a:lnSpc>
              <a:spcBef>
                <a:spcPts val="0"/>
              </a:spcBef>
              <a:spcAft>
                <a:spcPts val="0"/>
              </a:spcAft>
              <a:buClr>
                <a:srgbClr val="FFFFFF"/>
              </a:buClr>
              <a:buSzPts val="1400"/>
              <a:buNone/>
              <a:defRPr/>
            </a:lvl9pPr>
          </a:lstStyle>
          <a:p/>
        </p:txBody>
      </p:sp>
      <p:grpSp>
        <p:nvGrpSpPr>
          <p:cNvPr id="110" name="Google Shape;110;p16"/>
          <p:cNvGrpSpPr/>
          <p:nvPr/>
        </p:nvGrpSpPr>
        <p:grpSpPr>
          <a:xfrm>
            <a:off x="281819" y="-1"/>
            <a:ext cx="383517" cy="5143501"/>
            <a:chOff x="-1" y="0"/>
            <a:chExt cx="511357" cy="6858001"/>
          </a:xfrm>
        </p:grpSpPr>
        <p:cxnSp>
          <p:nvCxnSpPr>
            <p:cNvPr id="111" name="Google Shape;111;p16"/>
            <p:cNvCxnSpPr/>
            <p:nvPr/>
          </p:nvCxnSpPr>
          <p:spPr>
            <a:xfrm flipH="1" rot="10800000">
              <a:off x="511355" y="0"/>
              <a:ext cx="1" cy="6858001"/>
            </a:xfrm>
            <a:prstGeom prst="straightConnector1">
              <a:avLst/>
            </a:prstGeom>
            <a:noFill/>
            <a:ln cap="flat" cmpd="sng" w="12700">
              <a:solidFill>
                <a:srgbClr val="FFFFFF">
                  <a:alpha val="9803"/>
                </a:srgbClr>
              </a:solidFill>
              <a:prstDash val="solid"/>
              <a:miter lim="400000"/>
              <a:headEnd len="sm" w="sm" type="none"/>
              <a:tailEnd len="sm" w="sm" type="none"/>
            </a:ln>
          </p:spPr>
        </p:cxnSp>
        <p:pic>
          <p:nvPicPr>
            <p:cNvPr descr="logo_white.pdf" id="112" name="Google Shape;112;p16"/>
            <p:cNvPicPr preferRelativeResize="0"/>
            <p:nvPr/>
          </p:nvPicPr>
          <p:blipFill rotWithShape="1">
            <a:blip r:embed="rId2">
              <a:alphaModFix/>
            </a:blip>
            <a:srcRect b="0" l="0" r="0" t="0"/>
            <a:stretch/>
          </p:blipFill>
          <p:spPr>
            <a:xfrm rot="-5400000">
              <a:off x="-260132" y="699566"/>
              <a:ext cx="672664" cy="152401"/>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descr="pt_cover.png"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1527175" y="1822579"/>
            <a:ext cx="5367300" cy="494700"/>
          </a:xfrm>
          <a:prstGeom prst="rect">
            <a:avLst/>
          </a:prstGeom>
          <a:noFill/>
          <a:ln>
            <a:noFill/>
          </a:ln>
        </p:spPr>
        <p:txBody>
          <a:bodyPr anchorCtr="0" anchor="t" bIns="0" lIns="0" spcFirstLastPara="1" rIns="0" wrap="square" tIns="0">
            <a:noAutofit/>
          </a:bodyPr>
          <a:lstStyle>
            <a:lvl1pPr lvl="0"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1pPr>
            <a:lvl2pPr lvl="1"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2pPr>
            <a:lvl3pPr lvl="2"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3pPr>
            <a:lvl4pPr lvl="3"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4pPr>
            <a:lvl5pPr lvl="4"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5pPr>
            <a:lvl6pPr lvl="5"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6pPr>
            <a:lvl7pPr lvl="6"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7pPr>
            <a:lvl8pPr lvl="7"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8pPr>
            <a:lvl9pPr lvl="8" marR="0" rtl="0" algn="l">
              <a:lnSpc>
                <a:spcPct val="92307"/>
              </a:lnSpc>
              <a:spcBef>
                <a:spcPts val="0"/>
              </a:spcBef>
              <a:spcAft>
                <a:spcPts val="0"/>
              </a:spcAft>
              <a:buClr>
                <a:srgbClr val="FFFFFF"/>
              </a:buClr>
              <a:buSzPts val="3900"/>
              <a:buFont typeface="Century Gothic"/>
              <a:buNone/>
              <a:defRPr b="1" i="0" sz="3900" u="none" cap="none" strike="noStrike">
                <a:solidFill>
                  <a:srgbClr val="FFFFFF"/>
                </a:solidFill>
                <a:latin typeface="Century Gothic"/>
                <a:ea typeface="Century Gothic"/>
                <a:cs typeface="Century Gothic"/>
                <a:sym typeface="Century Gothic"/>
              </a:defRPr>
            </a:lvl9pPr>
          </a:lstStyle>
          <a:p/>
        </p:txBody>
      </p:sp>
      <p:sp>
        <p:nvSpPr>
          <p:cNvPr id="8" name="Google Shape;8;p1"/>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1pPr>
            <a:lvl2pPr indent="0" lvl="1"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2pPr>
            <a:lvl3pPr indent="0" lvl="2"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3pPr>
            <a:lvl4pPr indent="0" lvl="3"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4pPr>
            <a:lvl5pPr indent="0" lvl="4"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5pPr>
            <a:lvl6pPr indent="0" lvl="5"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6pPr>
            <a:lvl7pPr indent="0" lvl="6"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7pPr>
            <a:lvl8pPr indent="0" lvl="7"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8pPr>
            <a:lvl9pPr indent="0" lvl="8" marL="0" marR="0" rtl="0" algn="ctr">
              <a:lnSpc>
                <a:spcPct val="100000"/>
              </a:lnSpc>
              <a:spcBef>
                <a:spcPts val="0"/>
              </a:spcBef>
              <a:spcAft>
                <a:spcPts val="0"/>
              </a:spcAft>
              <a:buClr>
                <a:srgbClr val="888888"/>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sz="11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image" Target="../media/image11.jpg"/><Relationship Id="rId5"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2.png"/><Relationship Id="rId4" Type="http://schemas.openxmlformats.org/officeDocument/2006/relationships/image" Target="../media/image11.jp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11.jpg"/><Relationship Id="rId5"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36.png"/><Relationship Id="rId7"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40.png"/><Relationship Id="rId5" Type="http://schemas.openxmlformats.org/officeDocument/2006/relationships/image" Target="../media/image29.png"/><Relationship Id="rId6"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39.png"/><Relationship Id="rId5"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hyperlink" Target="http://www.cochl.ai" TargetMode="Externa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1527175" y="1374725"/>
            <a:ext cx="5367300" cy="9600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FFFFFF"/>
              </a:buClr>
              <a:buSzPts val="3900"/>
              <a:buFont typeface="Century Gothic"/>
              <a:buNone/>
            </a:pPr>
            <a:r>
              <a:rPr b="1" i="0" lang="en-US" sz="3900" u="none" cap="none" strike="noStrike">
                <a:solidFill>
                  <a:srgbClr val="FFFFFF"/>
                </a:solidFill>
                <a:latin typeface="Century Gothic"/>
                <a:ea typeface="Century Gothic"/>
                <a:cs typeface="Century Gothic"/>
                <a:sym typeface="Century Gothic"/>
              </a:rPr>
              <a:t>PRESENTATION </a:t>
            </a:r>
            <a:endParaRPr/>
          </a:p>
          <a:p>
            <a:pPr indent="0" lvl="0" marL="0" marR="0" rtl="0" algn="l">
              <a:lnSpc>
                <a:spcPct val="80000"/>
              </a:lnSpc>
              <a:spcBef>
                <a:spcPts val="0"/>
              </a:spcBef>
              <a:spcAft>
                <a:spcPts val="0"/>
              </a:spcAft>
              <a:buClr>
                <a:srgbClr val="FFFFFF"/>
              </a:buClr>
              <a:buSzPts val="3900"/>
              <a:buFont typeface="Century Gothic"/>
              <a:buNone/>
            </a:pPr>
            <a:r>
              <a:rPr b="1" i="0" lang="en-US" sz="3900" u="none" cap="none" strike="noStrike">
                <a:solidFill>
                  <a:srgbClr val="FFFFFF"/>
                </a:solidFill>
                <a:latin typeface="Century Gothic"/>
                <a:ea typeface="Century Gothic"/>
                <a:cs typeface="Century Gothic"/>
                <a:sym typeface="Century Gothic"/>
              </a:rPr>
              <a:t>COVER TITLE</a:t>
            </a:r>
            <a:endParaRPr/>
          </a:p>
        </p:txBody>
      </p:sp>
      <p:pic>
        <p:nvPicPr>
          <p:cNvPr descr="logo_white.pdf" id="118" name="Google Shape;118;p17"/>
          <p:cNvPicPr preferRelativeResize="0"/>
          <p:nvPr/>
        </p:nvPicPr>
        <p:blipFill rotWithShape="1">
          <a:blip r:embed="rId3">
            <a:alphaModFix/>
          </a:blip>
          <a:srcRect b="0" l="0" r="0" t="0"/>
          <a:stretch/>
        </p:blipFill>
        <p:spPr>
          <a:xfrm>
            <a:off x="1568946" y="3987165"/>
            <a:ext cx="924910" cy="209551"/>
          </a:xfrm>
          <a:prstGeom prst="rect">
            <a:avLst/>
          </a:prstGeom>
          <a:noFill/>
          <a:ln>
            <a:noFill/>
          </a:ln>
        </p:spPr>
      </p:pic>
      <p:sp>
        <p:nvSpPr>
          <p:cNvPr id="119" name="Google Shape;119;p17"/>
          <p:cNvSpPr txBox="1"/>
          <p:nvPr/>
        </p:nvSpPr>
        <p:spPr>
          <a:xfrm>
            <a:off x="1568925" y="2482349"/>
            <a:ext cx="5624400" cy="62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entury Gothic"/>
              <a:buNone/>
            </a:pPr>
            <a:r>
              <a:rPr b="0" i="0" lang="en-US" sz="1200" u="none" cap="none" strike="noStrike">
                <a:solidFill>
                  <a:srgbClr val="FFFFFF"/>
                </a:solidFill>
                <a:latin typeface="Century Gothic"/>
                <a:ea typeface="Century Gothic"/>
                <a:cs typeface="Century Gothic"/>
                <a:sym typeface="Century Gothic"/>
              </a:rPr>
              <a:t>Lorem Ipsum is simply dummy text of the printing and typesetting industry. </a:t>
            </a:r>
            <a:endParaRPr sz="1100"/>
          </a:p>
          <a:p>
            <a:pPr indent="0" lvl="0" marL="0" marR="0" rtl="0" algn="l">
              <a:lnSpc>
                <a:spcPct val="110000"/>
              </a:lnSpc>
              <a:spcBef>
                <a:spcPts val="0"/>
              </a:spcBef>
              <a:spcAft>
                <a:spcPts val="0"/>
              </a:spcAft>
              <a:buClr>
                <a:srgbClr val="FFFFFF"/>
              </a:buClr>
              <a:buSzPts val="1200"/>
              <a:buFont typeface="Century Gothic"/>
              <a:buNone/>
            </a:pPr>
            <a:r>
              <a:rPr b="0" i="0" lang="en-US" sz="1200" u="none" cap="none" strike="noStrike">
                <a:solidFill>
                  <a:srgbClr val="FFFFFF"/>
                </a:solidFill>
                <a:latin typeface="Century Gothic"/>
                <a:ea typeface="Century Gothic"/>
                <a:cs typeface="Century Gothic"/>
                <a:sym typeface="Century Gothic"/>
              </a:rPr>
              <a:t>When an unknown printer took a galley of type and scrambled it </a:t>
            </a:r>
            <a:endParaRPr sz="1100"/>
          </a:p>
          <a:p>
            <a:pPr indent="0" lvl="0" marL="0" marR="0" rtl="0" algn="l">
              <a:lnSpc>
                <a:spcPct val="110000"/>
              </a:lnSpc>
              <a:spcBef>
                <a:spcPts val="0"/>
              </a:spcBef>
              <a:spcAft>
                <a:spcPts val="0"/>
              </a:spcAft>
              <a:buClr>
                <a:srgbClr val="FFFFFF"/>
              </a:buClr>
              <a:buSzPts val="1200"/>
              <a:buFont typeface="Century Gothic"/>
              <a:buNone/>
            </a:pPr>
            <a:r>
              <a:rPr b="0" i="0" lang="en-US" sz="1200" u="none" cap="none" strike="noStrike">
                <a:solidFill>
                  <a:srgbClr val="FFFFFF"/>
                </a:solidFill>
                <a:latin typeface="Century Gothic"/>
                <a:ea typeface="Century Gothic"/>
                <a:cs typeface="Century Gothic"/>
                <a:sym typeface="Century Gothic"/>
              </a:rPr>
              <a:t>to make a type specimen book. It has survived not only five</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logo_white.pdf" id="124" name="Google Shape;124;p18"/>
          <p:cNvPicPr preferRelativeResize="0"/>
          <p:nvPr/>
        </p:nvPicPr>
        <p:blipFill rotWithShape="1">
          <a:blip r:embed="rId3">
            <a:alphaModFix/>
          </a:blip>
          <a:srcRect b="0" l="0" r="0" t="0"/>
          <a:stretch/>
        </p:blipFill>
        <p:spPr>
          <a:xfrm>
            <a:off x="1568946" y="3987165"/>
            <a:ext cx="924910" cy="2095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9"/>
          <p:cNvPicPr preferRelativeResize="0"/>
          <p:nvPr/>
        </p:nvPicPr>
        <p:blipFill rotWithShape="1">
          <a:blip r:embed="rId3">
            <a:alphaModFix/>
          </a:blip>
          <a:srcRect b="0" l="120" r="120" t="0"/>
          <a:stretch/>
        </p:blipFill>
        <p:spPr>
          <a:xfrm>
            <a:off x="1786" y="-2426"/>
            <a:ext cx="3981451" cy="5143500"/>
          </a:xfrm>
          <a:prstGeom prst="rect">
            <a:avLst/>
          </a:prstGeom>
          <a:noFill/>
          <a:ln>
            <a:noFill/>
          </a:ln>
        </p:spPr>
      </p:pic>
      <p:sp>
        <p:nvSpPr>
          <p:cNvPr id="130" name="Google Shape;130;p19"/>
          <p:cNvSpPr txBox="1"/>
          <p:nvPr>
            <p:ph type="title"/>
          </p:nvPr>
        </p:nvSpPr>
        <p:spPr>
          <a:xfrm>
            <a:off x="4645313" y="879231"/>
            <a:ext cx="3833400" cy="5157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rgbClr val="000000"/>
              </a:buClr>
              <a:buSzPts val="3600"/>
              <a:buFont typeface="Century Gothic"/>
              <a:buNone/>
            </a:pPr>
            <a:r>
              <a:rPr lang="en-US" sz="3600">
                <a:solidFill>
                  <a:srgbClr val="000000"/>
                </a:solidFill>
              </a:rPr>
              <a:t>Agenda</a:t>
            </a:r>
            <a:endParaRPr/>
          </a:p>
        </p:txBody>
      </p:sp>
      <p:grpSp>
        <p:nvGrpSpPr>
          <p:cNvPr id="131" name="Google Shape;131;p19"/>
          <p:cNvGrpSpPr/>
          <p:nvPr/>
        </p:nvGrpSpPr>
        <p:grpSpPr>
          <a:xfrm>
            <a:off x="4650524" y="1964185"/>
            <a:ext cx="3832952" cy="355766"/>
            <a:chOff x="0" y="0"/>
            <a:chExt cx="5110603" cy="474355"/>
          </a:xfrm>
        </p:grpSpPr>
        <p:grpSp>
          <p:nvGrpSpPr>
            <p:cNvPr id="132" name="Google Shape;132;p19"/>
            <p:cNvGrpSpPr/>
            <p:nvPr/>
          </p:nvGrpSpPr>
          <p:grpSpPr>
            <a:xfrm>
              <a:off x="1590103" y="0"/>
              <a:ext cx="3520500" cy="474355"/>
              <a:chOff x="10407" y="0"/>
              <a:chExt cx="3520500" cy="474355"/>
            </a:xfrm>
          </p:grpSpPr>
          <p:sp>
            <p:nvSpPr>
              <p:cNvPr id="133" name="Google Shape;133;p19"/>
              <p:cNvSpPr txBox="1"/>
              <p:nvPr/>
            </p:nvSpPr>
            <p:spPr>
              <a:xfrm>
                <a:off x="11860" y="0"/>
                <a:ext cx="3517500" cy="2637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Introduction</a:t>
                </a:r>
                <a:endParaRPr sz="1100"/>
              </a:p>
            </p:txBody>
          </p:sp>
          <p:sp>
            <p:nvSpPr>
              <p:cNvPr id="134" name="Google Shape;134;p19"/>
              <p:cNvSpPr txBox="1"/>
              <p:nvPr/>
            </p:nvSpPr>
            <p:spPr>
              <a:xfrm>
                <a:off x="10407" y="271255"/>
                <a:ext cx="3520500" cy="203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Lorem Ipsum is simply dummy text of the print</a:t>
                </a:r>
                <a:endParaRPr sz="1100">
                  <a:latin typeface="Roboto"/>
                  <a:ea typeface="Roboto"/>
                  <a:cs typeface="Roboto"/>
                  <a:sym typeface="Roboto"/>
                </a:endParaRPr>
              </a:p>
            </p:txBody>
          </p:sp>
        </p:grpSp>
        <p:sp>
          <p:nvSpPr>
            <p:cNvPr id="135" name="Google Shape;135;p19"/>
            <p:cNvSpPr txBox="1"/>
            <p:nvPr/>
          </p:nvSpPr>
          <p:spPr>
            <a:xfrm>
              <a:off x="0" y="944"/>
              <a:ext cx="1269000" cy="2637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666666"/>
                </a:buClr>
                <a:buSzPts val="1200"/>
                <a:buFont typeface="Century Gothic"/>
                <a:buNone/>
              </a:pPr>
              <a:r>
                <a:rPr b="0" i="0" lang="en-US" sz="1200" u="none" cap="none" strike="noStrike">
                  <a:solidFill>
                    <a:srgbClr val="666666"/>
                  </a:solidFill>
                  <a:latin typeface="Century Gothic"/>
                  <a:ea typeface="Century Gothic"/>
                  <a:cs typeface="Century Gothic"/>
                  <a:sym typeface="Century Gothic"/>
                </a:rPr>
                <a:t>13:00 - 14:00</a:t>
              </a:r>
              <a:endParaRPr sz="1100"/>
            </a:p>
          </p:txBody>
        </p:sp>
      </p:grpSp>
      <p:grpSp>
        <p:nvGrpSpPr>
          <p:cNvPr id="136" name="Google Shape;136;p19"/>
          <p:cNvGrpSpPr/>
          <p:nvPr/>
        </p:nvGrpSpPr>
        <p:grpSpPr>
          <a:xfrm>
            <a:off x="4650524" y="2445850"/>
            <a:ext cx="3830617" cy="198483"/>
            <a:chOff x="0" y="-19538"/>
            <a:chExt cx="5107489" cy="264644"/>
          </a:xfrm>
        </p:grpSpPr>
        <p:sp>
          <p:nvSpPr>
            <p:cNvPr id="137" name="Google Shape;137;p19"/>
            <p:cNvSpPr txBox="1"/>
            <p:nvPr/>
          </p:nvSpPr>
          <p:spPr>
            <a:xfrm>
              <a:off x="1589989" y="-19538"/>
              <a:ext cx="3517500" cy="2637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Lorem Ipsum has been</a:t>
              </a:r>
              <a:endParaRPr sz="1100"/>
            </a:p>
          </p:txBody>
        </p:sp>
        <p:sp>
          <p:nvSpPr>
            <p:cNvPr id="138" name="Google Shape;138;p19"/>
            <p:cNvSpPr txBox="1"/>
            <p:nvPr/>
          </p:nvSpPr>
          <p:spPr>
            <a:xfrm>
              <a:off x="0" y="-18594"/>
              <a:ext cx="1269000" cy="2637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666666"/>
                </a:buClr>
                <a:buSzPts val="1200"/>
                <a:buFont typeface="Century Gothic"/>
                <a:buNone/>
              </a:pPr>
              <a:r>
                <a:rPr b="0" i="0" lang="en-US" sz="1200" u="none" cap="none" strike="noStrike">
                  <a:solidFill>
                    <a:srgbClr val="666666"/>
                  </a:solidFill>
                  <a:latin typeface="Century Gothic"/>
                  <a:ea typeface="Century Gothic"/>
                  <a:cs typeface="Century Gothic"/>
                  <a:sym typeface="Century Gothic"/>
                </a:rPr>
                <a:t>14:20 - 15:00</a:t>
              </a:r>
              <a:endParaRPr sz="1100"/>
            </a:p>
          </p:txBody>
        </p:sp>
      </p:grpSp>
      <p:grpSp>
        <p:nvGrpSpPr>
          <p:cNvPr id="139" name="Google Shape;139;p19"/>
          <p:cNvGrpSpPr/>
          <p:nvPr/>
        </p:nvGrpSpPr>
        <p:grpSpPr>
          <a:xfrm>
            <a:off x="4650524" y="3421597"/>
            <a:ext cx="3832867" cy="559246"/>
            <a:chOff x="0" y="0"/>
            <a:chExt cx="5110489" cy="745662"/>
          </a:xfrm>
        </p:grpSpPr>
        <p:grpSp>
          <p:nvGrpSpPr>
            <p:cNvPr id="140" name="Google Shape;140;p19"/>
            <p:cNvGrpSpPr/>
            <p:nvPr/>
          </p:nvGrpSpPr>
          <p:grpSpPr>
            <a:xfrm>
              <a:off x="1589989" y="0"/>
              <a:ext cx="3520500" cy="745662"/>
              <a:chOff x="10293" y="0"/>
              <a:chExt cx="3520500" cy="745662"/>
            </a:xfrm>
          </p:grpSpPr>
          <p:sp>
            <p:nvSpPr>
              <p:cNvPr id="141" name="Google Shape;141;p19"/>
              <p:cNvSpPr txBox="1"/>
              <p:nvPr/>
            </p:nvSpPr>
            <p:spPr>
              <a:xfrm>
                <a:off x="10293" y="0"/>
                <a:ext cx="3517500" cy="2637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Printer took a galley of type</a:t>
                </a:r>
                <a:endParaRPr sz="1100"/>
              </a:p>
            </p:txBody>
          </p:sp>
          <p:sp>
            <p:nvSpPr>
              <p:cNvPr id="142" name="Google Shape;142;p19"/>
              <p:cNvSpPr txBox="1"/>
              <p:nvPr/>
            </p:nvSpPr>
            <p:spPr>
              <a:xfrm>
                <a:off x="10293" y="307062"/>
                <a:ext cx="3520500" cy="438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100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Lorem Ipsum is simply dummy text of the printing and type setting industry.</a:t>
                </a:r>
                <a:endParaRPr sz="1100">
                  <a:latin typeface="Roboto"/>
                  <a:ea typeface="Roboto"/>
                  <a:cs typeface="Roboto"/>
                  <a:sym typeface="Roboto"/>
                </a:endParaRPr>
              </a:p>
            </p:txBody>
          </p:sp>
        </p:grpSp>
        <p:sp>
          <p:nvSpPr>
            <p:cNvPr id="143" name="Google Shape;143;p19"/>
            <p:cNvSpPr txBox="1"/>
            <p:nvPr/>
          </p:nvSpPr>
          <p:spPr>
            <a:xfrm>
              <a:off x="0" y="944"/>
              <a:ext cx="1269000" cy="2637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666666"/>
                </a:buClr>
                <a:buSzPts val="1200"/>
                <a:buFont typeface="Century Gothic"/>
                <a:buNone/>
              </a:pPr>
              <a:r>
                <a:rPr b="0" i="0" lang="en-US" sz="1200" u="none" cap="none" strike="noStrike">
                  <a:solidFill>
                    <a:srgbClr val="666666"/>
                  </a:solidFill>
                  <a:latin typeface="Century Gothic"/>
                  <a:ea typeface="Century Gothic"/>
                  <a:cs typeface="Century Gothic"/>
                  <a:sym typeface="Century Gothic"/>
                </a:rPr>
                <a:t>14:20 - 15:00</a:t>
              </a:r>
              <a:endParaRPr sz="1100"/>
            </a:p>
          </p:txBody>
        </p:sp>
      </p:grpSp>
      <p:grpSp>
        <p:nvGrpSpPr>
          <p:cNvPr id="144" name="Google Shape;144;p19"/>
          <p:cNvGrpSpPr/>
          <p:nvPr/>
        </p:nvGrpSpPr>
        <p:grpSpPr>
          <a:xfrm>
            <a:off x="4650524" y="2770259"/>
            <a:ext cx="3831793" cy="198483"/>
            <a:chOff x="0" y="0"/>
            <a:chExt cx="5109057" cy="264644"/>
          </a:xfrm>
        </p:grpSpPr>
        <p:sp>
          <p:nvSpPr>
            <p:cNvPr id="145" name="Google Shape;145;p19"/>
            <p:cNvSpPr txBox="1"/>
            <p:nvPr/>
          </p:nvSpPr>
          <p:spPr>
            <a:xfrm>
              <a:off x="1591557" y="0"/>
              <a:ext cx="3517500" cy="2631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Industry's standard</a:t>
              </a:r>
              <a:endParaRPr sz="1100"/>
            </a:p>
          </p:txBody>
        </p:sp>
        <p:sp>
          <p:nvSpPr>
            <p:cNvPr id="146" name="Google Shape;146;p19"/>
            <p:cNvSpPr txBox="1"/>
            <p:nvPr/>
          </p:nvSpPr>
          <p:spPr>
            <a:xfrm>
              <a:off x="0" y="944"/>
              <a:ext cx="1269000" cy="2637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666666"/>
                </a:buClr>
                <a:buSzPts val="1200"/>
                <a:buFont typeface="Century Gothic"/>
                <a:buNone/>
              </a:pPr>
              <a:r>
                <a:rPr b="0" i="0" lang="en-US" sz="1200" u="none" cap="none" strike="noStrike">
                  <a:solidFill>
                    <a:srgbClr val="666666"/>
                  </a:solidFill>
                  <a:latin typeface="Century Gothic"/>
                  <a:ea typeface="Century Gothic"/>
                  <a:cs typeface="Century Gothic"/>
                  <a:sym typeface="Century Gothic"/>
                </a:rPr>
                <a:t>15:10 - 15:30</a:t>
              </a:r>
              <a:endParaRPr sz="1100"/>
            </a:p>
          </p:txBody>
        </p:sp>
      </p:grpSp>
      <p:grpSp>
        <p:nvGrpSpPr>
          <p:cNvPr id="147" name="Google Shape;147;p19"/>
          <p:cNvGrpSpPr/>
          <p:nvPr/>
        </p:nvGrpSpPr>
        <p:grpSpPr>
          <a:xfrm>
            <a:off x="4650524" y="3090669"/>
            <a:ext cx="3831793" cy="198483"/>
            <a:chOff x="0" y="0"/>
            <a:chExt cx="5109057" cy="264644"/>
          </a:xfrm>
        </p:grpSpPr>
        <p:sp>
          <p:nvSpPr>
            <p:cNvPr id="148" name="Google Shape;148;p19"/>
            <p:cNvSpPr txBox="1"/>
            <p:nvPr/>
          </p:nvSpPr>
          <p:spPr>
            <a:xfrm>
              <a:off x="1591557" y="0"/>
              <a:ext cx="3517500" cy="2631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000000"/>
                </a:buClr>
                <a:buSzPts val="1200"/>
                <a:buFont typeface="Century Gothic"/>
                <a:buNone/>
              </a:pPr>
              <a:r>
                <a:rPr b="1" lang="en-US" sz="1200">
                  <a:latin typeface="Century Gothic"/>
                  <a:ea typeface="Century Gothic"/>
                  <a:cs typeface="Century Gothic"/>
                  <a:sym typeface="Century Gothic"/>
                </a:rPr>
                <a:t>Dummy text ever</a:t>
              </a:r>
              <a:endParaRPr sz="1100"/>
            </a:p>
          </p:txBody>
        </p:sp>
        <p:sp>
          <p:nvSpPr>
            <p:cNvPr id="149" name="Google Shape;149;p19"/>
            <p:cNvSpPr txBox="1"/>
            <p:nvPr/>
          </p:nvSpPr>
          <p:spPr>
            <a:xfrm>
              <a:off x="0" y="944"/>
              <a:ext cx="1269000" cy="2637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666666"/>
                </a:buClr>
                <a:buSzPts val="1200"/>
                <a:buFont typeface="Century Gothic"/>
                <a:buNone/>
              </a:pPr>
              <a:r>
                <a:rPr b="0" i="0" lang="en-US" sz="1200" u="none" cap="none" strike="noStrike">
                  <a:solidFill>
                    <a:srgbClr val="666666"/>
                  </a:solidFill>
                  <a:latin typeface="Century Gothic"/>
                  <a:ea typeface="Century Gothic"/>
                  <a:cs typeface="Century Gothic"/>
                  <a:sym typeface="Century Gothic"/>
                </a:rPr>
                <a:t>1</a:t>
              </a:r>
              <a:r>
                <a:rPr lang="en-US" sz="1200">
                  <a:solidFill>
                    <a:srgbClr val="666666"/>
                  </a:solidFill>
                  <a:latin typeface="Century Gothic"/>
                  <a:ea typeface="Century Gothic"/>
                  <a:cs typeface="Century Gothic"/>
                  <a:sym typeface="Century Gothic"/>
                </a:rPr>
                <a:t>3</a:t>
              </a:r>
              <a:r>
                <a:rPr b="0" i="0" lang="en-US" sz="1200" u="none" cap="none" strike="noStrike">
                  <a:solidFill>
                    <a:srgbClr val="666666"/>
                  </a:solidFill>
                  <a:latin typeface="Century Gothic"/>
                  <a:ea typeface="Century Gothic"/>
                  <a:cs typeface="Century Gothic"/>
                  <a:sym typeface="Century Gothic"/>
                </a:rPr>
                <a:t>:</a:t>
              </a:r>
              <a:r>
                <a:rPr lang="en-US" sz="1200">
                  <a:solidFill>
                    <a:srgbClr val="666666"/>
                  </a:solidFill>
                  <a:latin typeface="Century Gothic"/>
                  <a:ea typeface="Century Gothic"/>
                  <a:cs typeface="Century Gothic"/>
                  <a:sym typeface="Century Gothic"/>
                </a:rPr>
                <a:t>0</a:t>
              </a:r>
              <a:r>
                <a:rPr b="0" i="0" lang="en-US" sz="1200" u="none" cap="none" strike="noStrike">
                  <a:solidFill>
                    <a:srgbClr val="666666"/>
                  </a:solidFill>
                  <a:latin typeface="Century Gothic"/>
                  <a:ea typeface="Century Gothic"/>
                  <a:cs typeface="Century Gothic"/>
                  <a:sym typeface="Century Gothic"/>
                </a:rPr>
                <a:t>0 - 1</a:t>
              </a:r>
              <a:r>
                <a:rPr lang="en-US" sz="1200">
                  <a:solidFill>
                    <a:srgbClr val="666666"/>
                  </a:solidFill>
                  <a:latin typeface="Century Gothic"/>
                  <a:ea typeface="Century Gothic"/>
                  <a:cs typeface="Century Gothic"/>
                  <a:sym typeface="Century Gothic"/>
                </a:rPr>
                <a:t>4</a:t>
              </a:r>
              <a:r>
                <a:rPr b="0" i="0" lang="en-US" sz="1200" u="none" cap="none" strike="noStrike">
                  <a:solidFill>
                    <a:srgbClr val="666666"/>
                  </a:solidFill>
                  <a:latin typeface="Century Gothic"/>
                  <a:ea typeface="Century Gothic"/>
                  <a:cs typeface="Century Gothic"/>
                  <a:sym typeface="Century Gothic"/>
                </a:rPr>
                <a:t>:</a:t>
              </a:r>
              <a:r>
                <a:rPr lang="en-US" sz="1200">
                  <a:solidFill>
                    <a:srgbClr val="666666"/>
                  </a:solidFill>
                  <a:latin typeface="Century Gothic"/>
                  <a:ea typeface="Century Gothic"/>
                  <a:cs typeface="Century Gothic"/>
                  <a:sym typeface="Century Gothic"/>
                </a:rPr>
                <a:t>0</a:t>
              </a:r>
              <a:r>
                <a:rPr b="0" i="0" lang="en-US" sz="1200" u="none" cap="none" strike="noStrike">
                  <a:solidFill>
                    <a:srgbClr val="666666"/>
                  </a:solidFill>
                  <a:latin typeface="Century Gothic"/>
                  <a:ea typeface="Century Gothic"/>
                  <a:cs typeface="Century Gothic"/>
                  <a:sym typeface="Century Gothic"/>
                </a:rPr>
                <a:t>0</a:t>
              </a:r>
              <a:endParaRPr sz="1100"/>
            </a:p>
          </p:txBody>
        </p:sp>
      </p:grpSp>
      <p:grpSp>
        <p:nvGrpSpPr>
          <p:cNvPr id="150" name="Google Shape;150;p19"/>
          <p:cNvGrpSpPr/>
          <p:nvPr/>
        </p:nvGrpSpPr>
        <p:grpSpPr>
          <a:xfrm>
            <a:off x="36" y="0"/>
            <a:ext cx="3984923" cy="5143500"/>
            <a:chOff x="36" y="0"/>
            <a:chExt cx="3984923" cy="5143500"/>
          </a:xfrm>
        </p:grpSpPr>
        <p:pic>
          <p:nvPicPr>
            <p:cNvPr descr="Picture Placeholder 4" id="151" name="Google Shape;151;p19"/>
            <p:cNvPicPr preferRelativeResize="0"/>
            <p:nvPr/>
          </p:nvPicPr>
          <p:blipFill rotWithShape="1">
            <a:blip r:embed="rId4">
              <a:alphaModFix amt="30000"/>
            </a:blip>
            <a:srcRect b="0" l="0" r="0" t="0"/>
            <a:stretch/>
          </p:blipFill>
          <p:spPr>
            <a:xfrm>
              <a:off x="36" y="0"/>
              <a:ext cx="3984923" cy="5143500"/>
            </a:xfrm>
            <a:prstGeom prst="rect">
              <a:avLst/>
            </a:prstGeom>
            <a:noFill/>
            <a:ln>
              <a:noFill/>
            </a:ln>
          </p:spPr>
        </p:pic>
        <p:pic>
          <p:nvPicPr>
            <p:cNvPr id="152" name="Google Shape;152;p19"/>
            <p:cNvPicPr preferRelativeResize="0"/>
            <p:nvPr/>
          </p:nvPicPr>
          <p:blipFill>
            <a:blip r:embed="rId5">
              <a:alphaModFix/>
            </a:blip>
            <a:stretch>
              <a:fillRect/>
            </a:stretch>
          </p:blipFill>
          <p:spPr>
            <a:xfrm>
              <a:off x="3404679" y="4696572"/>
              <a:ext cx="302725" cy="302725"/>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pt_bg_kids.png" id="157" name="Google Shape;157;p2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8" name="Google Shape;158;p20"/>
          <p:cNvSpPr txBox="1"/>
          <p:nvPr>
            <p:ph type="title"/>
          </p:nvPr>
        </p:nvSpPr>
        <p:spPr>
          <a:xfrm>
            <a:off x="1514475" y="1628775"/>
            <a:ext cx="6185400" cy="528900"/>
          </a:xfrm>
          <a:prstGeom prst="rect">
            <a:avLst/>
          </a:prstGeom>
          <a:noFill/>
          <a:ln>
            <a:noFill/>
          </a:ln>
          <a:effectLst>
            <a:outerShdw blurRad="431800" rotWithShape="0" dist="277410">
              <a:srgbClr val="000000">
                <a:alpha val="66666"/>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832BFB"/>
              </a:buClr>
              <a:buSzPts val="3600"/>
              <a:buFont typeface="Century Gothic"/>
              <a:buNone/>
            </a:pPr>
            <a:r>
              <a:rPr lang="en-US" sz="3600">
                <a:solidFill>
                  <a:srgbClr val="832BFB"/>
                </a:solidFill>
              </a:rPr>
              <a:t>“Creating ears for AI”</a:t>
            </a:r>
            <a:endParaRPr sz="3600"/>
          </a:p>
        </p:txBody>
      </p:sp>
      <p:sp>
        <p:nvSpPr>
          <p:cNvPr id="159" name="Google Shape;159;p20"/>
          <p:cNvSpPr txBox="1"/>
          <p:nvPr/>
        </p:nvSpPr>
        <p:spPr>
          <a:xfrm>
            <a:off x="1514475" y="2382570"/>
            <a:ext cx="6185400" cy="282000"/>
          </a:xfrm>
          <a:prstGeom prst="rect">
            <a:avLst/>
          </a:prstGeom>
          <a:noFill/>
          <a:ln>
            <a:noFill/>
          </a:ln>
        </p:spPr>
        <p:txBody>
          <a:bodyPr anchorCtr="0" anchor="t" bIns="0" lIns="0" spcFirstLastPara="1" rIns="0" wrap="square" tIns="0">
            <a:noAutofit/>
          </a:bodyPr>
          <a:lstStyle/>
          <a:p>
            <a:pPr indent="0" lvl="0" marL="0" marR="0" rtl="0" algn="l">
              <a:lnSpc>
                <a:spcPct val="243750"/>
              </a:lnSpc>
              <a:spcBef>
                <a:spcPts val="0"/>
              </a:spcBef>
              <a:spcAft>
                <a:spcPts val="0"/>
              </a:spcAft>
              <a:buClr>
                <a:srgbClr val="FFFFFF"/>
              </a:buClr>
              <a:buSzPts val="1200"/>
              <a:buFont typeface="Century Gothic"/>
              <a:buNone/>
            </a:pPr>
            <a:r>
              <a:rPr b="1" i="0" lang="en-US" sz="1200" u="none" cap="none" strike="noStrike">
                <a:solidFill>
                  <a:srgbClr val="FFFFFF"/>
                </a:solidFill>
                <a:latin typeface="Century Gothic"/>
                <a:ea typeface="Century Gothic"/>
                <a:cs typeface="Century Gothic"/>
                <a:sym typeface="Century Gothic"/>
              </a:rPr>
              <a:t>Our mission is to create a sound AI system that can understand any kind of sounds.</a:t>
            </a:r>
            <a:endParaRPr sz="1100"/>
          </a:p>
        </p:txBody>
      </p:sp>
      <p:sp>
        <p:nvSpPr>
          <p:cNvPr id="160" name="Google Shape;160;p20"/>
          <p:cNvSpPr txBox="1"/>
          <p:nvPr/>
        </p:nvSpPr>
        <p:spPr>
          <a:xfrm>
            <a:off x="1514475" y="2790955"/>
            <a:ext cx="6185400" cy="713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200"/>
              <a:buFont typeface="Century Gothic"/>
              <a:buNone/>
            </a:pPr>
            <a:r>
              <a:rPr i="0" lang="en-US" sz="1200" u="none" cap="none" strike="noStrike">
                <a:solidFill>
                  <a:srgbClr val="FFFFFF"/>
                </a:solidFill>
                <a:latin typeface="Century Gothic"/>
                <a:ea typeface="Century Gothic"/>
                <a:cs typeface="Century Gothic"/>
                <a:sym typeface="Century Gothic"/>
              </a:rPr>
              <a:t>Cochl brings human-like understanding of the sounds to the devices through proprietary sound AI technology. We provide our technology to other businesses through Cloud API and Edge SDK.</a:t>
            </a:r>
            <a:endParaRPr sz="1200">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idx="12" type="sldNum"/>
          </p:nvPr>
        </p:nvSpPr>
        <p:spPr>
          <a:xfrm>
            <a:off x="265176" y="4736287"/>
            <a:ext cx="155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166" name="Google Shape;166;p21"/>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 Ipsum is </a:t>
            </a:r>
            <a:r>
              <a:rPr lang="en-US">
                <a:solidFill>
                  <a:srgbClr val="832BFB"/>
                </a:solidFill>
              </a:rPr>
              <a:t>Simply dummy</a:t>
            </a:r>
            <a:endParaRPr/>
          </a:p>
        </p:txBody>
      </p:sp>
      <p:sp>
        <p:nvSpPr>
          <p:cNvPr id="167" name="Google Shape;167;p21"/>
          <p:cNvSpPr txBox="1"/>
          <p:nvPr/>
        </p:nvSpPr>
        <p:spPr>
          <a:xfrm>
            <a:off x="1333500" y="1477962"/>
            <a:ext cx="7145100" cy="484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is simply dummy text of the printing and typesetting industry. </a:t>
            </a:r>
            <a:endParaRPr sz="11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When an unknown printer took a galley of type and scrambled it to make a type specimen book. It has survived not only five centuries, but also the leap into electronic typesetting, remaining essentially unchanged.</a:t>
            </a:r>
            <a:endParaRPr sz="1100">
              <a:solidFill>
                <a:srgbClr val="333333"/>
              </a:solidFill>
              <a:latin typeface="Roboto"/>
              <a:ea typeface="Roboto"/>
              <a:cs typeface="Roboto"/>
              <a:sym typeface="Roboto"/>
            </a:endParaRPr>
          </a:p>
        </p:txBody>
      </p:sp>
      <p:sp>
        <p:nvSpPr>
          <p:cNvPr id="168" name="Google Shape;168;p21"/>
          <p:cNvSpPr txBox="1"/>
          <p:nvPr/>
        </p:nvSpPr>
        <p:spPr>
          <a:xfrm>
            <a:off x="1333500" y="2401628"/>
            <a:ext cx="7145100" cy="1493100"/>
          </a:xfrm>
          <a:prstGeom prst="rect">
            <a:avLst/>
          </a:prstGeom>
          <a:noFill/>
          <a:ln>
            <a:noFill/>
          </a:ln>
        </p:spPr>
        <p:txBody>
          <a:bodyPr anchorCtr="0" anchor="t" bIns="19050" lIns="0" spcFirstLastPara="1" rIns="19050" wrap="square" tIns="19050">
            <a:spAutoFit/>
          </a:bodyPr>
          <a:lstStyle/>
          <a:p>
            <a:pPr indent="-148590" lvl="0" marL="182880" marR="0" rtl="0" algn="l">
              <a:lnSpc>
                <a:spcPct val="190000"/>
              </a:lnSpc>
              <a:spcBef>
                <a:spcPts val="0"/>
              </a:spcBef>
              <a:spcAft>
                <a:spcPts val="0"/>
              </a:spcAft>
              <a:buClr>
                <a:srgbClr val="333333"/>
              </a:buClr>
              <a:buSzPts val="900"/>
              <a:buFont typeface="Roboto"/>
              <a:buChar char="●"/>
            </a:pPr>
            <a:r>
              <a:rPr i="0" lang="en-US" sz="900" u="none" cap="none" strike="noStrike">
                <a:solidFill>
                  <a:srgbClr val="333333"/>
                </a:solidFill>
                <a:latin typeface="Roboto"/>
                <a:ea typeface="Roboto"/>
                <a:cs typeface="Roboto"/>
                <a:sym typeface="Roboto"/>
              </a:rPr>
              <a:t>Contrary to popular belief, Lorem Ipsum is not simply random text. </a:t>
            </a:r>
            <a:endParaRPr sz="900">
              <a:solidFill>
                <a:srgbClr val="333333"/>
              </a:solidFill>
              <a:latin typeface="Roboto"/>
              <a:ea typeface="Roboto"/>
              <a:cs typeface="Roboto"/>
              <a:sym typeface="Roboto"/>
            </a:endParaRPr>
          </a:p>
          <a:p>
            <a:pPr indent="-148590" lvl="0" marL="182880" marR="0" rtl="0" algn="l">
              <a:lnSpc>
                <a:spcPct val="190000"/>
              </a:lnSpc>
              <a:spcBef>
                <a:spcPts val="0"/>
              </a:spcBef>
              <a:spcAft>
                <a:spcPts val="0"/>
              </a:spcAft>
              <a:buClr>
                <a:srgbClr val="333333"/>
              </a:buClr>
              <a:buSzPts val="900"/>
              <a:buFont typeface="Roboto"/>
              <a:buChar char="●"/>
            </a:pPr>
            <a:r>
              <a:rPr i="0" lang="en-US" sz="900" u="none" cap="none" strike="noStrike">
                <a:solidFill>
                  <a:srgbClr val="333333"/>
                </a:solidFill>
                <a:latin typeface="Roboto"/>
                <a:ea typeface="Roboto"/>
                <a:cs typeface="Roboto"/>
                <a:sym typeface="Roboto"/>
              </a:rPr>
              <a:t>Richard McClintock, a Latin professor at Hampden-Sydney College in Virginia, looked up one of the more obscure Latin words, consectetur, from a Lorem Ipsum passage, and going through the cites of the word in classical literature.</a:t>
            </a:r>
            <a:endParaRPr sz="900">
              <a:solidFill>
                <a:srgbClr val="333333"/>
              </a:solidFill>
              <a:latin typeface="Roboto"/>
              <a:ea typeface="Roboto"/>
              <a:cs typeface="Roboto"/>
              <a:sym typeface="Roboto"/>
            </a:endParaRPr>
          </a:p>
          <a:p>
            <a:pPr indent="-148590" lvl="0" marL="182880" marR="0" rtl="0" algn="l">
              <a:lnSpc>
                <a:spcPct val="190000"/>
              </a:lnSpc>
              <a:spcBef>
                <a:spcPts val="0"/>
              </a:spcBef>
              <a:spcAft>
                <a:spcPts val="0"/>
              </a:spcAft>
              <a:buClr>
                <a:srgbClr val="333333"/>
              </a:buClr>
              <a:buSzPts val="900"/>
              <a:buFont typeface="Roboto"/>
              <a:buChar char="●"/>
            </a:pPr>
            <a:r>
              <a:rPr i="0" lang="en-US" sz="900" u="none" cap="none" strike="noStrike">
                <a:solidFill>
                  <a:srgbClr val="333333"/>
                </a:solidFill>
                <a:latin typeface="Roboto"/>
                <a:ea typeface="Roboto"/>
                <a:cs typeface="Roboto"/>
                <a:sym typeface="Roboto"/>
              </a:rPr>
              <a:t>It has roots in a piece of classical Latin literature from 45 BC</a:t>
            </a:r>
            <a:endParaRPr sz="900">
              <a:solidFill>
                <a:srgbClr val="333333"/>
              </a:solidFill>
              <a:latin typeface="Roboto"/>
              <a:ea typeface="Roboto"/>
              <a:cs typeface="Roboto"/>
              <a:sym typeface="Roboto"/>
            </a:endParaRPr>
          </a:p>
          <a:p>
            <a:pPr indent="-148590" lvl="0" marL="182880" marR="0" rtl="0" algn="l">
              <a:lnSpc>
                <a:spcPct val="190000"/>
              </a:lnSpc>
              <a:spcBef>
                <a:spcPts val="0"/>
              </a:spcBef>
              <a:spcAft>
                <a:spcPts val="0"/>
              </a:spcAft>
              <a:buClr>
                <a:srgbClr val="333333"/>
              </a:buClr>
              <a:buSzPts val="900"/>
              <a:buFont typeface="Roboto"/>
              <a:buChar char="●"/>
            </a:pPr>
            <a:r>
              <a:rPr i="0" lang="en-US" sz="900" u="none" cap="none" strike="noStrike">
                <a:solidFill>
                  <a:srgbClr val="333333"/>
                </a:solidFill>
                <a:latin typeface="Roboto"/>
                <a:ea typeface="Roboto"/>
                <a:cs typeface="Roboto"/>
                <a:sym typeface="Roboto"/>
              </a:rPr>
              <a:t>Lorem Ipsum passage, and going through the cites of the word </a:t>
            </a:r>
            <a:endParaRPr sz="900">
              <a:solidFill>
                <a:srgbClr val="333333"/>
              </a:solidFill>
              <a:latin typeface="Roboto"/>
              <a:ea typeface="Roboto"/>
              <a:cs typeface="Roboto"/>
              <a:sym typeface="Roboto"/>
            </a:endParaRPr>
          </a:p>
          <a:p>
            <a:pPr indent="-148590" lvl="0" marL="182880" marR="0" rtl="0" algn="l">
              <a:lnSpc>
                <a:spcPct val="190000"/>
              </a:lnSpc>
              <a:spcBef>
                <a:spcPts val="0"/>
              </a:spcBef>
              <a:spcAft>
                <a:spcPts val="0"/>
              </a:spcAft>
              <a:buClr>
                <a:srgbClr val="333333"/>
              </a:buClr>
              <a:buSzPts val="900"/>
              <a:buFont typeface="Roboto"/>
              <a:buChar char="●"/>
            </a:pPr>
            <a:r>
              <a:rPr i="0" lang="en-US" sz="900" u="none" cap="none" strike="noStrike">
                <a:solidFill>
                  <a:srgbClr val="333333"/>
                </a:solidFill>
                <a:latin typeface="Roboto"/>
                <a:ea typeface="Roboto"/>
                <a:cs typeface="Roboto"/>
                <a:sym typeface="Roboto"/>
              </a:rPr>
              <a:t>Lorem Ipsum comes from sections 1.10.32 and 1.10.33</a:t>
            </a:r>
            <a:endParaRPr sz="900">
              <a:solidFill>
                <a:srgbClr val="333333"/>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2"/>
          <p:cNvSpPr txBox="1"/>
          <p:nvPr>
            <p:ph idx="12" type="sldNum"/>
          </p:nvPr>
        </p:nvSpPr>
        <p:spPr>
          <a:xfrm>
            <a:off x="265176" y="4736287"/>
            <a:ext cx="155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174" name="Google Shape;174;p22"/>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Three Column Text</a:t>
            </a:r>
            <a:endParaRPr/>
          </a:p>
        </p:txBody>
      </p:sp>
      <p:grpSp>
        <p:nvGrpSpPr>
          <p:cNvPr id="175" name="Google Shape;175;p22"/>
          <p:cNvGrpSpPr/>
          <p:nvPr/>
        </p:nvGrpSpPr>
        <p:grpSpPr>
          <a:xfrm>
            <a:off x="1335400" y="1635890"/>
            <a:ext cx="2000254" cy="2943860"/>
            <a:chOff x="1335400" y="1635890"/>
            <a:chExt cx="2000254" cy="2943860"/>
          </a:xfrm>
        </p:grpSpPr>
        <p:sp>
          <p:nvSpPr>
            <p:cNvPr id="176" name="Google Shape;176;p22"/>
            <p:cNvSpPr txBox="1"/>
            <p:nvPr/>
          </p:nvSpPr>
          <p:spPr>
            <a:xfrm>
              <a:off x="1335404" y="1635890"/>
              <a:ext cx="2000250" cy="197882"/>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 text</a:t>
              </a:r>
              <a:endParaRPr sz="1200">
                <a:latin typeface="Century Gothic"/>
                <a:ea typeface="Century Gothic"/>
                <a:cs typeface="Century Gothic"/>
                <a:sym typeface="Century Gothic"/>
              </a:endParaRPr>
            </a:p>
          </p:txBody>
        </p:sp>
        <p:sp>
          <p:nvSpPr>
            <p:cNvPr id="177" name="Google Shape;177;p22"/>
            <p:cNvSpPr txBox="1"/>
            <p:nvPr/>
          </p:nvSpPr>
          <p:spPr>
            <a:xfrm>
              <a:off x="1335400" y="2037850"/>
              <a:ext cx="2000100" cy="254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Contrary to popular belief, Lorem Ipsum is not simply random text. </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Richard McClintock, a Latin professor at Hampden-Sydney College in Virginia, looked up one of the more obscure Latin words, consectetur, from a Lorem Ipsum passage, and going through the cites of the word in classical literature.</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It has roots in a piece of classical Latin literature from 45 BC</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passage, and going through the cites of the word </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comes from sections 1.10.32 and 1.10.33 </a:t>
              </a:r>
              <a:r>
                <a:rPr lang="en-US" sz="900">
                  <a:solidFill>
                    <a:srgbClr val="333333"/>
                  </a:solidFill>
                  <a:latin typeface="Roboto"/>
                  <a:ea typeface="Roboto"/>
                  <a:cs typeface="Roboto"/>
                  <a:sym typeface="Roboto"/>
                </a:rPr>
                <a:t>Lorem Ipsum is not simply</a:t>
              </a:r>
              <a:endParaRPr sz="900">
                <a:solidFill>
                  <a:srgbClr val="333333"/>
                </a:solidFill>
                <a:latin typeface="Roboto"/>
                <a:ea typeface="Roboto"/>
                <a:cs typeface="Roboto"/>
                <a:sym typeface="Roboto"/>
              </a:endParaRPr>
            </a:p>
          </p:txBody>
        </p:sp>
      </p:grpSp>
      <p:grpSp>
        <p:nvGrpSpPr>
          <p:cNvPr id="178" name="Google Shape;178;p22"/>
          <p:cNvGrpSpPr/>
          <p:nvPr/>
        </p:nvGrpSpPr>
        <p:grpSpPr>
          <a:xfrm>
            <a:off x="3905936" y="1635889"/>
            <a:ext cx="2000250" cy="2939802"/>
            <a:chOff x="0" y="0"/>
            <a:chExt cx="2667000" cy="3919736"/>
          </a:xfrm>
        </p:grpSpPr>
        <p:sp>
          <p:nvSpPr>
            <p:cNvPr id="179" name="Google Shape;179;p22"/>
            <p:cNvSpPr txBox="1"/>
            <p:nvPr/>
          </p:nvSpPr>
          <p:spPr>
            <a:xfrm>
              <a:off x="0" y="0"/>
              <a:ext cx="2667000" cy="26384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a:t>
              </a:r>
              <a:endParaRPr sz="1100"/>
            </a:p>
          </p:txBody>
        </p:sp>
        <p:sp>
          <p:nvSpPr>
            <p:cNvPr id="180" name="Google Shape;180;p22"/>
            <p:cNvSpPr txBox="1"/>
            <p:nvPr/>
          </p:nvSpPr>
          <p:spPr>
            <a:xfrm>
              <a:off x="0" y="535939"/>
              <a:ext cx="2667000" cy="338379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College in Virginia, looked up one of the more obscure Latin words, consectetur, from a Lorem Ipsum passage, and going through the cites of the word in classical literature.</a:t>
              </a:r>
              <a:endParaRPr sz="1100">
                <a:solidFill>
                  <a:srgbClr val="333333"/>
                </a:solidFill>
              </a:endParaRPr>
            </a:p>
            <a:p>
              <a:pPr indent="0" lvl="0" marL="0" marR="0" rtl="0" algn="l">
                <a:lnSpc>
                  <a:spcPct val="125000"/>
                </a:lnSpc>
                <a:spcBef>
                  <a:spcPts val="0"/>
                </a:spcBef>
                <a:spcAft>
                  <a:spcPts val="0"/>
                </a:spcAft>
                <a:buClr>
                  <a:srgbClr val="333333"/>
                </a:buClr>
                <a:buSzPts val="900"/>
                <a:buFont typeface="Arial"/>
                <a:buNone/>
              </a:pPr>
              <a:r>
                <a:t/>
              </a:r>
              <a:endParaRPr b="0" i="0" sz="900" u="none" cap="none" strike="noStrike">
                <a:solidFill>
                  <a:srgbClr val="333333"/>
                </a:solidFill>
                <a:latin typeface="Arial"/>
                <a:ea typeface="Arial"/>
                <a:cs typeface="Arial"/>
                <a:sym typeface="Arial"/>
              </a:endParaRPr>
            </a:p>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It has roots in a piece of classical Latin literature from 45 BC</a:t>
              </a:r>
              <a:endParaRPr sz="1100">
                <a:solidFill>
                  <a:srgbClr val="333333"/>
                </a:solidFill>
              </a:endParaRPr>
            </a:p>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Lorem Ipsum passage, and going through the cites of the word </a:t>
              </a:r>
              <a:endParaRPr sz="1100">
                <a:solidFill>
                  <a:srgbClr val="333333"/>
                </a:solidFill>
              </a:endParaRPr>
            </a:p>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Lorem Ipsum comes from sections 1.10.32 and 1.10.33</a:t>
              </a:r>
              <a:endParaRPr sz="1100">
                <a:solidFill>
                  <a:srgbClr val="333333"/>
                </a:solidFill>
              </a:endParaRPr>
            </a:p>
          </p:txBody>
        </p:sp>
      </p:grpSp>
      <p:grpSp>
        <p:nvGrpSpPr>
          <p:cNvPr id="181" name="Google Shape;181;p22"/>
          <p:cNvGrpSpPr/>
          <p:nvPr/>
        </p:nvGrpSpPr>
        <p:grpSpPr>
          <a:xfrm>
            <a:off x="6476467" y="1635889"/>
            <a:ext cx="2000250" cy="2939802"/>
            <a:chOff x="0" y="0"/>
            <a:chExt cx="2667000" cy="3919736"/>
          </a:xfrm>
        </p:grpSpPr>
        <p:sp>
          <p:nvSpPr>
            <p:cNvPr id="182" name="Google Shape;182;p22"/>
            <p:cNvSpPr txBox="1"/>
            <p:nvPr/>
          </p:nvSpPr>
          <p:spPr>
            <a:xfrm>
              <a:off x="0" y="0"/>
              <a:ext cx="2667000" cy="26384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a:t>
              </a:r>
              <a:endParaRPr sz="1100"/>
            </a:p>
          </p:txBody>
        </p:sp>
        <p:sp>
          <p:nvSpPr>
            <p:cNvPr id="183" name="Google Shape;183;p22"/>
            <p:cNvSpPr txBox="1"/>
            <p:nvPr/>
          </p:nvSpPr>
          <p:spPr>
            <a:xfrm>
              <a:off x="0" y="535939"/>
              <a:ext cx="2667000" cy="338379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Contrary to popular belief, Lorem Ipsum is not simply random text. </a:t>
              </a:r>
              <a:endParaRPr sz="1100">
                <a:solidFill>
                  <a:srgbClr val="333333"/>
                </a:solidFill>
              </a:endParaRPr>
            </a:p>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Richard McClintock, a Latin professor at Hampden-Sydney College in Virginia, looked up one of the more obscure Latin words, consectetur, from a Lorem Ipsum passage, and going through the cites of the word in classical literature.</a:t>
              </a:r>
              <a:endParaRPr sz="1100">
                <a:solidFill>
                  <a:srgbClr val="333333"/>
                </a:solidFill>
              </a:endParaRPr>
            </a:p>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It has roots in a piece of classical Latin literature from 45 BC</a:t>
              </a:r>
              <a:endParaRPr sz="1100">
                <a:solidFill>
                  <a:srgbClr val="333333"/>
                </a:solidFill>
              </a:endParaRPr>
            </a:p>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Lorem Ipsum passage, and going through the cites of the word </a:t>
              </a:r>
              <a:endParaRPr sz="1100">
                <a:solidFill>
                  <a:srgbClr val="333333"/>
                </a:solidFill>
              </a:endParaRPr>
            </a:p>
            <a:p>
              <a:pPr indent="0" lvl="0" marL="0" marR="0" rtl="0" algn="l">
                <a:lnSpc>
                  <a:spcPct val="125000"/>
                </a:lnSpc>
                <a:spcBef>
                  <a:spcPts val="0"/>
                </a:spcBef>
                <a:spcAft>
                  <a:spcPts val="0"/>
                </a:spcAft>
                <a:buClr>
                  <a:srgbClr val="333333"/>
                </a:buClr>
                <a:buSzPts val="900"/>
                <a:buFont typeface="Arial"/>
                <a:buNone/>
              </a:pPr>
              <a:r>
                <a:rPr b="0" i="0" lang="en-US" sz="900" u="none" cap="none" strike="noStrike">
                  <a:solidFill>
                    <a:srgbClr val="333333"/>
                  </a:solidFill>
                  <a:latin typeface="Arial"/>
                  <a:ea typeface="Arial"/>
                  <a:cs typeface="Arial"/>
                  <a:sym typeface="Arial"/>
                </a:rPr>
                <a:t>Lorem Ipsum comes from sections 1.10.32 and 1.10.33</a:t>
              </a:r>
              <a:endParaRPr sz="1100">
                <a:solidFill>
                  <a:srgbClr val="333333"/>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ph idx="12" type="sldNum"/>
          </p:nvPr>
        </p:nvSpPr>
        <p:spPr>
          <a:xfrm>
            <a:off x="265176" y="4736287"/>
            <a:ext cx="155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189" name="Google Shape;189;p23"/>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Three Column Text</a:t>
            </a:r>
            <a:endParaRPr/>
          </a:p>
        </p:txBody>
      </p:sp>
      <p:grpSp>
        <p:nvGrpSpPr>
          <p:cNvPr id="190" name="Google Shape;190;p23"/>
          <p:cNvGrpSpPr/>
          <p:nvPr/>
        </p:nvGrpSpPr>
        <p:grpSpPr>
          <a:xfrm>
            <a:off x="1335404" y="1658565"/>
            <a:ext cx="2000252" cy="2919137"/>
            <a:chOff x="0" y="0"/>
            <a:chExt cx="2667002" cy="3892182"/>
          </a:xfrm>
        </p:grpSpPr>
        <p:grpSp>
          <p:nvGrpSpPr>
            <p:cNvPr id="191" name="Google Shape;191;p23"/>
            <p:cNvGrpSpPr/>
            <p:nvPr/>
          </p:nvGrpSpPr>
          <p:grpSpPr>
            <a:xfrm>
              <a:off x="0" y="923615"/>
              <a:ext cx="2667002" cy="2968567"/>
              <a:chOff x="0" y="9816"/>
              <a:chExt cx="2667001" cy="2968566"/>
            </a:xfrm>
          </p:grpSpPr>
          <p:sp>
            <p:nvSpPr>
              <p:cNvPr id="192" name="Google Shape;192;p23"/>
              <p:cNvSpPr txBox="1"/>
              <p:nvPr/>
            </p:nvSpPr>
            <p:spPr>
              <a:xfrm>
                <a:off x="0" y="9816"/>
                <a:ext cx="2667000" cy="263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latin typeface="Century Gothic"/>
                    <a:ea typeface="Century Gothic"/>
                    <a:cs typeface="Century Gothic"/>
                    <a:sym typeface="Century Gothic"/>
                  </a:rPr>
                  <a:t>Column title text</a:t>
                </a:r>
                <a:endParaRPr sz="1100"/>
              </a:p>
            </p:txBody>
          </p:sp>
          <p:sp>
            <p:nvSpPr>
              <p:cNvPr id="193" name="Google Shape;193;p23"/>
              <p:cNvSpPr txBox="1"/>
              <p:nvPr/>
            </p:nvSpPr>
            <p:spPr>
              <a:xfrm>
                <a:off x="0" y="510540"/>
                <a:ext cx="2667001" cy="246784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Contrary to popular belief, Lorem Ipsum is not simply random text. </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Richard McClintock, a Latin professor at Hampden-Sydney College in Virginia, looked up one of the more obscure Latin words, consectetur, from a Lorem Ipsum passage, and going through the cites of the word in classical literature.</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It has roots in a piece of classica</a:t>
                </a:r>
                <a:endParaRPr sz="900">
                  <a:latin typeface="Roboto"/>
                  <a:ea typeface="Roboto"/>
                  <a:cs typeface="Roboto"/>
                  <a:sym typeface="Roboto"/>
                </a:endParaRPr>
              </a:p>
            </p:txBody>
          </p:sp>
        </p:grpSp>
        <p:grpSp>
          <p:nvGrpSpPr>
            <p:cNvPr id="194" name="Google Shape;194;p23"/>
            <p:cNvGrpSpPr/>
            <p:nvPr/>
          </p:nvGrpSpPr>
          <p:grpSpPr>
            <a:xfrm>
              <a:off x="28945" y="0"/>
              <a:ext cx="685801" cy="685800"/>
              <a:chOff x="0" y="0"/>
              <a:chExt cx="685800" cy="685800"/>
            </a:xfrm>
          </p:grpSpPr>
          <p:pic>
            <p:nvPicPr>
              <p:cNvPr descr="pt_circle.pdf" id="195" name="Google Shape;195;p23"/>
              <p:cNvPicPr preferRelativeResize="0"/>
              <p:nvPr/>
            </p:nvPicPr>
            <p:blipFill rotWithShape="1">
              <a:blip r:embed="rId3">
                <a:alphaModFix/>
              </a:blip>
              <a:srcRect b="0" l="0" r="0" t="0"/>
              <a:stretch/>
            </p:blipFill>
            <p:spPr>
              <a:xfrm>
                <a:off x="0" y="0"/>
                <a:ext cx="685800" cy="685800"/>
              </a:xfrm>
              <a:prstGeom prst="rect">
                <a:avLst/>
              </a:prstGeom>
              <a:noFill/>
              <a:ln>
                <a:noFill/>
              </a:ln>
            </p:spPr>
          </p:pic>
          <p:sp>
            <p:nvSpPr>
              <p:cNvPr id="196" name="Google Shape;196;p23"/>
              <p:cNvSpPr txBox="1"/>
              <p:nvPr/>
            </p:nvSpPr>
            <p:spPr>
              <a:xfrm>
                <a:off x="228600" y="210978"/>
                <a:ext cx="228600" cy="263844"/>
              </a:xfrm>
              <a:prstGeom prst="rect">
                <a:avLst/>
              </a:prstGeom>
              <a:noFill/>
              <a:ln>
                <a:noFill/>
              </a:ln>
            </p:spPr>
            <p:txBody>
              <a:bodyPr anchorCtr="0" anchor="t" bIns="0" lIns="0" spcFirstLastPara="1" rIns="0" wrap="square" tIns="0">
                <a:noAutofit/>
              </a:bodyPr>
              <a:lstStyle/>
              <a:p>
                <a:pPr indent="0" lvl="0" marL="0" marR="0" rtl="0" algn="ctr">
                  <a:lnSpc>
                    <a:spcPct val="243750"/>
                  </a:lnSpc>
                  <a:spcBef>
                    <a:spcPts val="0"/>
                  </a:spcBef>
                  <a:spcAft>
                    <a:spcPts val="0"/>
                  </a:spcAft>
                  <a:buClr>
                    <a:srgbClr val="FFFFFF"/>
                  </a:buClr>
                  <a:buSzPts val="1200"/>
                  <a:buFont typeface="Century Gothic"/>
                  <a:buNone/>
                </a:pPr>
                <a:r>
                  <a:rPr b="1" i="0" lang="en-US" sz="1200" u="none" cap="none" strike="noStrike">
                    <a:solidFill>
                      <a:srgbClr val="FFFFFF"/>
                    </a:solidFill>
                    <a:latin typeface="Century Gothic"/>
                    <a:ea typeface="Century Gothic"/>
                    <a:cs typeface="Century Gothic"/>
                    <a:sym typeface="Century Gothic"/>
                  </a:rPr>
                  <a:t>01</a:t>
                </a:r>
                <a:endParaRPr sz="1100"/>
              </a:p>
            </p:txBody>
          </p:sp>
        </p:grpSp>
      </p:grpSp>
      <p:grpSp>
        <p:nvGrpSpPr>
          <p:cNvPr id="197" name="Google Shape;197;p23"/>
          <p:cNvGrpSpPr/>
          <p:nvPr/>
        </p:nvGrpSpPr>
        <p:grpSpPr>
          <a:xfrm>
            <a:off x="3905936" y="1658565"/>
            <a:ext cx="2000252" cy="2919137"/>
            <a:chOff x="0" y="0"/>
            <a:chExt cx="2667002" cy="3892182"/>
          </a:xfrm>
        </p:grpSpPr>
        <p:grpSp>
          <p:nvGrpSpPr>
            <p:cNvPr id="198" name="Google Shape;198;p23"/>
            <p:cNvGrpSpPr/>
            <p:nvPr/>
          </p:nvGrpSpPr>
          <p:grpSpPr>
            <a:xfrm>
              <a:off x="0" y="913799"/>
              <a:ext cx="2667002" cy="2978383"/>
              <a:chOff x="0" y="0"/>
              <a:chExt cx="2667001" cy="2978382"/>
            </a:xfrm>
          </p:grpSpPr>
          <p:sp>
            <p:nvSpPr>
              <p:cNvPr id="199" name="Google Shape;199;p23"/>
              <p:cNvSpPr txBox="1"/>
              <p:nvPr/>
            </p:nvSpPr>
            <p:spPr>
              <a:xfrm>
                <a:off x="0" y="0"/>
                <a:ext cx="2667000" cy="26384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a:t>
                </a:r>
                <a:endParaRPr sz="1100"/>
              </a:p>
            </p:txBody>
          </p:sp>
          <p:sp>
            <p:nvSpPr>
              <p:cNvPr id="200" name="Google Shape;200;p23"/>
              <p:cNvSpPr txBox="1"/>
              <p:nvPr/>
            </p:nvSpPr>
            <p:spPr>
              <a:xfrm>
                <a:off x="0" y="510540"/>
                <a:ext cx="2667001" cy="246784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College in Virginia, looked up one of the more obscure Latin words, consectetur, from a Lorem Ipsum passage, and going through the cites of the word in classical literature.</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t/>
                </a:r>
                <a:endParaRPr i="0" sz="900" u="none" cap="none" strike="noStrike">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It has roots in a piece of classical Latin literature from 45 BC</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passage, and going through the cites of the word </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comes from sections</a:t>
                </a:r>
                <a:endParaRPr sz="900">
                  <a:solidFill>
                    <a:srgbClr val="333333"/>
                  </a:solidFill>
                  <a:latin typeface="Roboto"/>
                  <a:ea typeface="Roboto"/>
                  <a:cs typeface="Roboto"/>
                  <a:sym typeface="Roboto"/>
                </a:endParaRPr>
              </a:p>
            </p:txBody>
          </p:sp>
        </p:grpSp>
        <p:grpSp>
          <p:nvGrpSpPr>
            <p:cNvPr id="201" name="Google Shape;201;p23"/>
            <p:cNvGrpSpPr/>
            <p:nvPr/>
          </p:nvGrpSpPr>
          <p:grpSpPr>
            <a:xfrm>
              <a:off x="28945" y="0"/>
              <a:ext cx="685801" cy="685800"/>
              <a:chOff x="0" y="0"/>
              <a:chExt cx="685800" cy="685800"/>
            </a:xfrm>
          </p:grpSpPr>
          <p:pic>
            <p:nvPicPr>
              <p:cNvPr descr="pt_circle.pdf" id="202" name="Google Shape;202;p23"/>
              <p:cNvPicPr preferRelativeResize="0"/>
              <p:nvPr/>
            </p:nvPicPr>
            <p:blipFill rotWithShape="1">
              <a:blip r:embed="rId3">
                <a:alphaModFix/>
              </a:blip>
              <a:srcRect b="0" l="0" r="0" t="0"/>
              <a:stretch/>
            </p:blipFill>
            <p:spPr>
              <a:xfrm>
                <a:off x="0" y="0"/>
                <a:ext cx="685800" cy="685800"/>
              </a:xfrm>
              <a:prstGeom prst="rect">
                <a:avLst/>
              </a:prstGeom>
              <a:noFill/>
              <a:ln>
                <a:noFill/>
              </a:ln>
            </p:spPr>
          </p:pic>
          <p:sp>
            <p:nvSpPr>
              <p:cNvPr id="203" name="Google Shape;203;p23"/>
              <p:cNvSpPr txBox="1"/>
              <p:nvPr/>
            </p:nvSpPr>
            <p:spPr>
              <a:xfrm>
                <a:off x="228600" y="210978"/>
                <a:ext cx="228600" cy="263844"/>
              </a:xfrm>
              <a:prstGeom prst="rect">
                <a:avLst/>
              </a:prstGeom>
              <a:noFill/>
              <a:ln>
                <a:noFill/>
              </a:ln>
            </p:spPr>
            <p:txBody>
              <a:bodyPr anchorCtr="0" anchor="t" bIns="0" lIns="0" spcFirstLastPara="1" rIns="0" wrap="square" tIns="0">
                <a:noAutofit/>
              </a:bodyPr>
              <a:lstStyle/>
              <a:p>
                <a:pPr indent="0" lvl="0" marL="0" marR="0" rtl="0" algn="ctr">
                  <a:lnSpc>
                    <a:spcPct val="243750"/>
                  </a:lnSpc>
                  <a:spcBef>
                    <a:spcPts val="0"/>
                  </a:spcBef>
                  <a:spcAft>
                    <a:spcPts val="0"/>
                  </a:spcAft>
                  <a:buClr>
                    <a:srgbClr val="FFFFFF"/>
                  </a:buClr>
                  <a:buSzPts val="1200"/>
                  <a:buFont typeface="Century Gothic"/>
                  <a:buNone/>
                </a:pPr>
                <a:r>
                  <a:rPr b="1" i="0" lang="en-US" sz="1200" u="none" cap="none" strike="noStrike">
                    <a:solidFill>
                      <a:srgbClr val="FFFFFF"/>
                    </a:solidFill>
                    <a:latin typeface="Century Gothic"/>
                    <a:ea typeface="Century Gothic"/>
                    <a:cs typeface="Century Gothic"/>
                    <a:sym typeface="Century Gothic"/>
                  </a:rPr>
                  <a:t>02</a:t>
                </a:r>
                <a:endParaRPr sz="1100"/>
              </a:p>
            </p:txBody>
          </p:sp>
        </p:grpSp>
      </p:grpSp>
      <p:grpSp>
        <p:nvGrpSpPr>
          <p:cNvPr id="204" name="Google Shape;204;p23"/>
          <p:cNvGrpSpPr/>
          <p:nvPr/>
        </p:nvGrpSpPr>
        <p:grpSpPr>
          <a:xfrm>
            <a:off x="6476467" y="1658565"/>
            <a:ext cx="2000252" cy="2919137"/>
            <a:chOff x="0" y="0"/>
            <a:chExt cx="2667002" cy="3892182"/>
          </a:xfrm>
        </p:grpSpPr>
        <p:grpSp>
          <p:nvGrpSpPr>
            <p:cNvPr id="205" name="Google Shape;205;p23"/>
            <p:cNvGrpSpPr/>
            <p:nvPr/>
          </p:nvGrpSpPr>
          <p:grpSpPr>
            <a:xfrm>
              <a:off x="0" y="913799"/>
              <a:ext cx="2667002" cy="2978383"/>
              <a:chOff x="0" y="0"/>
              <a:chExt cx="2667001" cy="2978382"/>
            </a:xfrm>
          </p:grpSpPr>
          <p:sp>
            <p:nvSpPr>
              <p:cNvPr id="206" name="Google Shape;206;p23"/>
              <p:cNvSpPr txBox="1"/>
              <p:nvPr/>
            </p:nvSpPr>
            <p:spPr>
              <a:xfrm>
                <a:off x="0" y="0"/>
                <a:ext cx="2667000" cy="26384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a:t>
                </a:r>
                <a:endParaRPr sz="1200">
                  <a:latin typeface="Century Gothic"/>
                  <a:ea typeface="Century Gothic"/>
                  <a:cs typeface="Century Gothic"/>
                  <a:sym typeface="Century Gothic"/>
                </a:endParaRPr>
              </a:p>
            </p:txBody>
          </p:sp>
          <p:sp>
            <p:nvSpPr>
              <p:cNvPr id="207" name="Google Shape;207;p23"/>
              <p:cNvSpPr txBox="1"/>
              <p:nvPr/>
            </p:nvSpPr>
            <p:spPr>
              <a:xfrm>
                <a:off x="0" y="510540"/>
                <a:ext cx="2667001" cy="246784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Contrary to popular belief, Lorem Ipsum is not simply random text. </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Richard McClintock, a Latin professor at Hampden-Sydney College in Virginia, looked up one of the more obscure Latin words, consectetur, from a Lorem Ipsum passage, and going through the cites of the word in classical literature.</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It has roots in a piece of classica</a:t>
                </a:r>
                <a:endParaRPr sz="900">
                  <a:solidFill>
                    <a:srgbClr val="333333"/>
                  </a:solidFill>
                  <a:latin typeface="Roboto"/>
                  <a:ea typeface="Roboto"/>
                  <a:cs typeface="Roboto"/>
                  <a:sym typeface="Roboto"/>
                </a:endParaRPr>
              </a:p>
            </p:txBody>
          </p:sp>
        </p:grpSp>
        <p:grpSp>
          <p:nvGrpSpPr>
            <p:cNvPr id="208" name="Google Shape;208;p23"/>
            <p:cNvGrpSpPr/>
            <p:nvPr/>
          </p:nvGrpSpPr>
          <p:grpSpPr>
            <a:xfrm>
              <a:off x="28945" y="0"/>
              <a:ext cx="685801" cy="685800"/>
              <a:chOff x="0" y="0"/>
              <a:chExt cx="685800" cy="685800"/>
            </a:xfrm>
          </p:grpSpPr>
          <p:pic>
            <p:nvPicPr>
              <p:cNvPr descr="pt_circle.pdf" id="209" name="Google Shape;209;p23"/>
              <p:cNvPicPr preferRelativeResize="0"/>
              <p:nvPr/>
            </p:nvPicPr>
            <p:blipFill rotWithShape="1">
              <a:blip r:embed="rId3">
                <a:alphaModFix/>
              </a:blip>
              <a:srcRect b="0" l="0" r="0" t="0"/>
              <a:stretch/>
            </p:blipFill>
            <p:spPr>
              <a:xfrm>
                <a:off x="0" y="0"/>
                <a:ext cx="685800" cy="685800"/>
              </a:xfrm>
              <a:prstGeom prst="rect">
                <a:avLst/>
              </a:prstGeom>
              <a:noFill/>
              <a:ln>
                <a:noFill/>
              </a:ln>
            </p:spPr>
          </p:pic>
          <p:sp>
            <p:nvSpPr>
              <p:cNvPr id="210" name="Google Shape;210;p23"/>
              <p:cNvSpPr txBox="1"/>
              <p:nvPr/>
            </p:nvSpPr>
            <p:spPr>
              <a:xfrm>
                <a:off x="228600" y="210978"/>
                <a:ext cx="228600" cy="263844"/>
              </a:xfrm>
              <a:prstGeom prst="rect">
                <a:avLst/>
              </a:prstGeom>
              <a:noFill/>
              <a:ln>
                <a:noFill/>
              </a:ln>
            </p:spPr>
            <p:txBody>
              <a:bodyPr anchorCtr="0" anchor="t" bIns="0" lIns="0" spcFirstLastPara="1" rIns="0" wrap="square" tIns="0">
                <a:noAutofit/>
              </a:bodyPr>
              <a:lstStyle/>
              <a:p>
                <a:pPr indent="0" lvl="0" marL="0" marR="0" rtl="0" algn="ctr">
                  <a:lnSpc>
                    <a:spcPct val="243750"/>
                  </a:lnSpc>
                  <a:spcBef>
                    <a:spcPts val="0"/>
                  </a:spcBef>
                  <a:spcAft>
                    <a:spcPts val="0"/>
                  </a:spcAft>
                  <a:buClr>
                    <a:srgbClr val="FFFFFF"/>
                  </a:buClr>
                  <a:buSzPts val="1200"/>
                  <a:buFont typeface="Century Gothic"/>
                  <a:buNone/>
                </a:pPr>
                <a:r>
                  <a:rPr b="1" i="0" lang="en-US" sz="1200" u="none" cap="none" strike="noStrike">
                    <a:solidFill>
                      <a:srgbClr val="FFFFFF"/>
                    </a:solidFill>
                    <a:latin typeface="Century Gothic"/>
                    <a:ea typeface="Century Gothic"/>
                    <a:cs typeface="Century Gothic"/>
                    <a:sym typeface="Century Gothic"/>
                  </a:rPr>
                  <a:t>03</a:t>
                </a:r>
                <a:endParaRPr sz="1100"/>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4"/>
          <p:cNvSpPr txBox="1"/>
          <p:nvPr/>
        </p:nvSpPr>
        <p:spPr>
          <a:xfrm>
            <a:off x="1333500" y="3035263"/>
            <a:ext cx="7145100" cy="518100"/>
          </a:xfrm>
          <a:prstGeom prst="rect">
            <a:avLst/>
          </a:prstGeom>
          <a:noFill/>
          <a:ln>
            <a:noFill/>
          </a:ln>
        </p:spPr>
        <p:txBody>
          <a:bodyPr anchorCtr="0" anchor="t" bIns="9525" lIns="9525" spcFirstLastPara="1" rIns="9525" wrap="square" tIns="9525">
            <a:spAutoFit/>
          </a:bodyPr>
          <a:lstStyle/>
          <a:p>
            <a:pPr indent="0" lvl="0" marL="0" marR="0" rtl="0" algn="l">
              <a:lnSpc>
                <a:spcPct val="130000"/>
              </a:lnSpc>
              <a:spcBef>
                <a:spcPts val="0"/>
              </a:spcBef>
              <a:spcAft>
                <a:spcPts val="0"/>
              </a:spcAft>
              <a:buClr>
                <a:srgbClr val="FFFFFF"/>
              </a:buClr>
              <a:buSzPts val="900"/>
              <a:buFont typeface="Arial"/>
              <a:buNone/>
            </a:pPr>
            <a:r>
              <a:rPr i="0" lang="en-US" sz="900" u="none" cap="none" strike="noStrike">
                <a:solidFill>
                  <a:srgbClr val="FFFFFF"/>
                </a:solidFill>
                <a:latin typeface="Roboto"/>
                <a:ea typeface="Roboto"/>
                <a:cs typeface="Roboto"/>
                <a:sym typeface="Roboto"/>
              </a:rPr>
              <a:t>Lorem Ipsum is simply dummy text of the printing and typesetting industry. </a:t>
            </a:r>
            <a:endParaRPr sz="900">
              <a:latin typeface="Roboto"/>
              <a:ea typeface="Roboto"/>
              <a:cs typeface="Roboto"/>
              <a:sym typeface="Roboto"/>
            </a:endParaRPr>
          </a:p>
          <a:p>
            <a:pPr indent="0" lvl="0" marL="0" marR="0" rtl="0" algn="l">
              <a:lnSpc>
                <a:spcPct val="130000"/>
              </a:lnSpc>
              <a:spcBef>
                <a:spcPts val="0"/>
              </a:spcBef>
              <a:spcAft>
                <a:spcPts val="0"/>
              </a:spcAft>
              <a:buClr>
                <a:srgbClr val="FFFFFF"/>
              </a:buClr>
              <a:buSzPts val="900"/>
              <a:buFont typeface="Arial"/>
              <a:buNone/>
            </a:pPr>
            <a:r>
              <a:rPr i="0" lang="en-US" sz="900" u="none" cap="none" strike="noStrike">
                <a:solidFill>
                  <a:srgbClr val="FFFFFF"/>
                </a:solidFill>
                <a:latin typeface="Roboto"/>
                <a:ea typeface="Roboto"/>
                <a:cs typeface="Roboto"/>
                <a:sym typeface="Roboto"/>
              </a:rPr>
              <a:t>When an unknown printer took a galley of type and scrambled it to make a type specimen book. It has survived not only five centuries, </a:t>
            </a:r>
            <a:endParaRPr i="0" sz="900" u="none" cap="none" strike="noStrike">
              <a:solidFill>
                <a:srgbClr val="FFFFFF"/>
              </a:solidFill>
              <a:latin typeface="Roboto"/>
              <a:ea typeface="Roboto"/>
              <a:cs typeface="Roboto"/>
              <a:sym typeface="Roboto"/>
            </a:endParaRPr>
          </a:p>
          <a:p>
            <a:pPr indent="0" lvl="0" marL="0" marR="0" rtl="0" algn="l">
              <a:lnSpc>
                <a:spcPct val="130000"/>
              </a:lnSpc>
              <a:spcBef>
                <a:spcPts val="0"/>
              </a:spcBef>
              <a:spcAft>
                <a:spcPts val="0"/>
              </a:spcAft>
              <a:buClr>
                <a:srgbClr val="FFFFFF"/>
              </a:buClr>
              <a:buSzPts val="900"/>
              <a:buFont typeface="Arial"/>
              <a:buNone/>
            </a:pPr>
            <a:r>
              <a:rPr i="0" lang="en-US" sz="900" u="none" cap="none" strike="noStrike">
                <a:solidFill>
                  <a:srgbClr val="FFFFFF"/>
                </a:solidFill>
                <a:latin typeface="Roboto"/>
                <a:ea typeface="Roboto"/>
                <a:cs typeface="Roboto"/>
                <a:sym typeface="Roboto"/>
              </a:rPr>
              <a:t>but also the leap into electronic typesetting, remaining essentially unchanged.</a:t>
            </a:r>
            <a:endParaRPr sz="900">
              <a:latin typeface="Roboto"/>
              <a:ea typeface="Roboto"/>
              <a:cs typeface="Roboto"/>
              <a:sym typeface="Roboto"/>
            </a:endParaRPr>
          </a:p>
        </p:txBody>
      </p:sp>
      <p:sp>
        <p:nvSpPr>
          <p:cNvPr id="216" name="Google Shape;216;p24"/>
          <p:cNvSpPr txBox="1"/>
          <p:nvPr>
            <p:ph type="title"/>
          </p:nvPr>
        </p:nvSpPr>
        <p:spPr>
          <a:xfrm>
            <a:off x="1333500" y="1930243"/>
            <a:ext cx="7145100" cy="10362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US"/>
              <a:t>SLIP SHEET</a:t>
            </a:r>
            <a:endParaRPr/>
          </a:p>
          <a:p>
            <a:pPr indent="0" lvl="0" marL="0" rtl="0" algn="l">
              <a:lnSpc>
                <a:spcPct val="90000"/>
              </a:lnSpc>
              <a:spcBef>
                <a:spcPts val="0"/>
              </a:spcBef>
              <a:spcAft>
                <a:spcPts val="0"/>
              </a:spcAft>
              <a:buNone/>
            </a:pPr>
            <a:r>
              <a:rPr lang="en-US"/>
              <a:t>LOREM IPSUM DUMMY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5"/>
          <p:cNvPicPr preferRelativeResize="0"/>
          <p:nvPr/>
        </p:nvPicPr>
        <p:blipFill rotWithShape="1">
          <a:blip r:embed="rId3">
            <a:alphaModFix/>
          </a:blip>
          <a:srcRect b="4368" l="21152" r="13684" t="9298"/>
          <a:stretch/>
        </p:blipFill>
        <p:spPr>
          <a:xfrm>
            <a:off x="-1433" y="-1"/>
            <a:ext cx="5810248" cy="5131482"/>
          </a:xfrm>
          <a:prstGeom prst="rect">
            <a:avLst/>
          </a:prstGeom>
          <a:noFill/>
          <a:ln>
            <a:noFill/>
          </a:ln>
        </p:spPr>
      </p:pic>
      <p:sp>
        <p:nvSpPr>
          <p:cNvPr id="222" name="Google Shape;222;p25"/>
          <p:cNvSpPr txBox="1"/>
          <p:nvPr>
            <p:ph type="title"/>
          </p:nvPr>
        </p:nvSpPr>
        <p:spPr>
          <a:xfrm>
            <a:off x="6379852" y="670055"/>
            <a:ext cx="2193900" cy="7941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 Ipsum is </a:t>
            </a:r>
            <a:r>
              <a:rPr lang="en-US">
                <a:solidFill>
                  <a:srgbClr val="832BFB"/>
                </a:solidFill>
              </a:rPr>
              <a:t>Dummy</a:t>
            </a:r>
            <a:endParaRPr/>
          </a:p>
        </p:txBody>
      </p:sp>
      <p:sp>
        <p:nvSpPr>
          <p:cNvPr id="223" name="Google Shape;223;p25"/>
          <p:cNvSpPr txBox="1"/>
          <p:nvPr/>
        </p:nvSpPr>
        <p:spPr>
          <a:xfrm>
            <a:off x="6381225" y="1825125"/>
            <a:ext cx="2097300" cy="2247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is simply dummy text of the printing and typesetting industry. </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When an unknown printer took a galley of type and scrambled it to make a type specimen book. It has survived not only five centuries, but also the leap into electronic typesetting, remaining essentially unchanged.</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t/>
            </a:r>
            <a:endParaRPr i="0" sz="900" u="none" cap="none" strike="noStrike">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passage, and going through the cites of the word </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comes from sections 1.10.32 and 1.10.33</a:t>
            </a:r>
            <a:endParaRPr sz="900">
              <a:latin typeface="Roboto"/>
              <a:ea typeface="Roboto"/>
              <a:cs typeface="Roboto"/>
              <a:sym typeface="Roboto"/>
            </a:endParaRPr>
          </a:p>
        </p:txBody>
      </p:sp>
      <p:grpSp>
        <p:nvGrpSpPr>
          <p:cNvPr id="224" name="Google Shape;224;p25"/>
          <p:cNvGrpSpPr/>
          <p:nvPr/>
        </p:nvGrpSpPr>
        <p:grpSpPr>
          <a:xfrm>
            <a:off x="0" y="0"/>
            <a:ext cx="5807386" cy="5143500"/>
            <a:chOff x="0" y="0"/>
            <a:chExt cx="5807386" cy="5143500"/>
          </a:xfrm>
        </p:grpSpPr>
        <p:pic>
          <p:nvPicPr>
            <p:cNvPr descr="Picture Placeholder 4" id="225" name="Google Shape;225;p25"/>
            <p:cNvPicPr preferRelativeResize="0"/>
            <p:nvPr/>
          </p:nvPicPr>
          <p:blipFill rotWithShape="1">
            <a:blip r:embed="rId4">
              <a:alphaModFix amt="30000"/>
            </a:blip>
            <a:srcRect b="0" l="0" r="0" t="0"/>
            <a:stretch/>
          </p:blipFill>
          <p:spPr>
            <a:xfrm>
              <a:off x="0" y="0"/>
              <a:ext cx="5807386" cy="5143500"/>
            </a:xfrm>
            <a:prstGeom prst="rect">
              <a:avLst/>
            </a:prstGeom>
            <a:noFill/>
            <a:ln>
              <a:noFill/>
            </a:ln>
          </p:spPr>
        </p:pic>
        <p:pic>
          <p:nvPicPr>
            <p:cNvPr id="226" name="Google Shape;226;p25"/>
            <p:cNvPicPr preferRelativeResize="0"/>
            <p:nvPr/>
          </p:nvPicPr>
          <p:blipFill>
            <a:blip r:embed="rId5">
              <a:alphaModFix amt="80000"/>
            </a:blip>
            <a:stretch>
              <a:fillRect/>
            </a:stretch>
          </p:blipFill>
          <p:spPr>
            <a:xfrm>
              <a:off x="5199779" y="4637947"/>
              <a:ext cx="302725" cy="302725"/>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26"/>
          <p:cNvPicPr preferRelativeResize="0"/>
          <p:nvPr/>
        </p:nvPicPr>
        <p:blipFill rotWithShape="1">
          <a:blip r:embed="rId3">
            <a:alphaModFix/>
          </a:blip>
          <a:srcRect b="0" l="2509" r="24991" t="0"/>
          <a:stretch/>
        </p:blipFill>
        <p:spPr>
          <a:xfrm>
            <a:off x="663208" y="0"/>
            <a:ext cx="3314700" cy="5143500"/>
          </a:xfrm>
          <a:prstGeom prst="rect">
            <a:avLst/>
          </a:prstGeom>
          <a:noFill/>
          <a:ln>
            <a:noFill/>
          </a:ln>
        </p:spPr>
      </p:pic>
      <p:sp>
        <p:nvSpPr>
          <p:cNvPr id="232" name="Google Shape;232;p26"/>
          <p:cNvSpPr txBox="1"/>
          <p:nvPr>
            <p:ph type="title"/>
          </p:nvPr>
        </p:nvSpPr>
        <p:spPr>
          <a:xfrm>
            <a:off x="4644491" y="670055"/>
            <a:ext cx="3824400" cy="7854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 Ipsum is Simply </a:t>
            </a:r>
            <a:r>
              <a:rPr lang="en-US">
                <a:solidFill>
                  <a:srgbClr val="832BFB"/>
                </a:solidFill>
              </a:rPr>
              <a:t>Dummy Text</a:t>
            </a:r>
            <a:endParaRPr/>
          </a:p>
        </p:txBody>
      </p:sp>
      <p:sp>
        <p:nvSpPr>
          <p:cNvPr id="233" name="Google Shape;233;p26"/>
          <p:cNvSpPr txBox="1"/>
          <p:nvPr/>
        </p:nvSpPr>
        <p:spPr>
          <a:xfrm>
            <a:off x="4650105" y="1803530"/>
            <a:ext cx="3832200" cy="1980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100"/>
              <a:buFont typeface="Century Gothic"/>
              <a:buNone/>
            </a:pPr>
            <a:r>
              <a:rPr b="1" i="0" lang="en-US" sz="1200" u="none" cap="none" strike="noStrike">
                <a:solidFill>
                  <a:srgbClr val="000000"/>
                </a:solidFill>
                <a:latin typeface="Century Gothic"/>
                <a:ea typeface="Century Gothic"/>
                <a:cs typeface="Century Gothic"/>
                <a:sym typeface="Century Gothic"/>
              </a:rPr>
              <a:t>Lorem Ipsum is simply dummy text</a:t>
            </a:r>
            <a:endParaRPr sz="1200">
              <a:latin typeface="Century Gothic"/>
              <a:ea typeface="Century Gothic"/>
              <a:cs typeface="Century Gothic"/>
              <a:sym typeface="Century Gothic"/>
            </a:endParaRPr>
          </a:p>
        </p:txBody>
      </p:sp>
      <p:sp>
        <p:nvSpPr>
          <p:cNvPr id="234" name="Google Shape;234;p26"/>
          <p:cNvSpPr txBox="1"/>
          <p:nvPr/>
        </p:nvSpPr>
        <p:spPr>
          <a:xfrm>
            <a:off x="4650105" y="2186435"/>
            <a:ext cx="3829200" cy="2377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is simply dummy text of the printing and typesetting industry and going through the cites of the word </a:t>
            </a:r>
            <a:endParaRPr sz="11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t/>
            </a:r>
            <a:endParaRPr i="0" sz="900" u="none" cap="none" strike="noStrike">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When an unknown printer took a galley of type and scrambled it to make a type specimen book. It has survived not only five centuries, but also the leap into electronic typesetting, remaining essentially unchanged.</a:t>
            </a:r>
            <a:endParaRPr sz="1100">
              <a:solidFill>
                <a:srgbClr val="333333"/>
              </a:solidFill>
              <a:latin typeface="Roboto"/>
              <a:ea typeface="Roboto"/>
              <a:cs typeface="Roboto"/>
              <a:sym typeface="Roboto"/>
            </a:endParaRPr>
          </a:p>
        </p:txBody>
      </p:sp>
      <p:sp>
        <p:nvSpPr>
          <p:cNvPr id="235" name="Google Shape;235;p26"/>
          <p:cNvSpPr txBox="1"/>
          <p:nvPr>
            <p:ph idx="12" type="sldNum"/>
          </p:nvPr>
        </p:nvSpPr>
        <p:spPr>
          <a:xfrm>
            <a:off x="265176" y="4736287"/>
            <a:ext cx="155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grpSp>
        <p:nvGrpSpPr>
          <p:cNvPr id="236" name="Google Shape;236;p26"/>
          <p:cNvGrpSpPr/>
          <p:nvPr/>
        </p:nvGrpSpPr>
        <p:grpSpPr>
          <a:xfrm>
            <a:off x="666958" y="0"/>
            <a:ext cx="3307165" cy="5143500"/>
            <a:chOff x="666958" y="0"/>
            <a:chExt cx="3307165" cy="5143500"/>
          </a:xfrm>
        </p:grpSpPr>
        <p:pic>
          <p:nvPicPr>
            <p:cNvPr descr="Picture Placeholder 4" id="237" name="Google Shape;237;p26"/>
            <p:cNvPicPr preferRelativeResize="0"/>
            <p:nvPr/>
          </p:nvPicPr>
          <p:blipFill rotWithShape="1">
            <a:blip r:embed="rId4">
              <a:alphaModFix amt="30000"/>
            </a:blip>
            <a:srcRect b="0" l="0" r="0" t="0"/>
            <a:stretch/>
          </p:blipFill>
          <p:spPr>
            <a:xfrm>
              <a:off x="666958" y="0"/>
              <a:ext cx="3307165" cy="5143500"/>
            </a:xfrm>
            <a:prstGeom prst="rect">
              <a:avLst/>
            </a:prstGeom>
            <a:noFill/>
            <a:ln>
              <a:noFill/>
            </a:ln>
          </p:spPr>
        </p:pic>
        <p:pic>
          <p:nvPicPr>
            <p:cNvPr id="238" name="Google Shape;238;p26"/>
            <p:cNvPicPr preferRelativeResize="0"/>
            <p:nvPr/>
          </p:nvPicPr>
          <p:blipFill>
            <a:blip r:embed="rId5">
              <a:alphaModFix/>
            </a:blip>
            <a:stretch>
              <a:fillRect/>
            </a:stretch>
          </p:blipFill>
          <p:spPr>
            <a:xfrm>
              <a:off x="3521904" y="4696572"/>
              <a:ext cx="302725" cy="302725"/>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7"/>
          <p:cNvPicPr preferRelativeResize="0"/>
          <p:nvPr/>
        </p:nvPicPr>
        <p:blipFill rotWithShape="1">
          <a:blip r:embed="rId3">
            <a:alphaModFix/>
          </a:blip>
          <a:srcRect b="0" l="0" r="0" t="0"/>
          <a:stretch/>
        </p:blipFill>
        <p:spPr>
          <a:xfrm>
            <a:off x="4572000" y="0"/>
            <a:ext cx="4572000" cy="5143500"/>
          </a:xfrm>
          <a:prstGeom prst="rect">
            <a:avLst/>
          </a:prstGeom>
          <a:noFill/>
          <a:ln>
            <a:noFill/>
          </a:ln>
        </p:spPr>
      </p:pic>
      <p:sp>
        <p:nvSpPr>
          <p:cNvPr id="244" name="Google Shape;244;p27"/>
          <p:cNvSpPr txBox="1"/>
          <p:nvPr/>
        </p:nvSpPr>
        <p:spPr>
          <a:xfrm>
            <a:off x="1341754" y="2629030"/>
            <a:ext cx="2571900" cy="166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0000"/>
              </a:buClr>
              <a:buSzPts val="1200"/>
              <a:buFont typeface="Century Gothic"/>
              <a:buNone/>
            </a:pPr>
            <a:r>
              <a:rPr b="1" lang="en-US" sz="1200">
                <a:latin typeface="Century Gothic"/>
                <a:ea typeface="Century Gothic"/>
                <a:cs typeface="Century Gothic"/>
                <a:sym typeface="Century Gothic"/>
              </a:rPr>
              <a:t>L</a:t>
            </a:r>
            <a:r>
              <a:rPr b="1" lang="en-US" sz="1200">
                <a:latin typeface="Century Gothic"/>
                <a:ea typeface="Century Gothic"/>
                <a:cs typeface="Century Gothic"/>
                <a:sym typeface="Century Gothic"/>
              </a:rPr>
              <a:t>orem Ipsum is simply dummy text</a:t>
            </a:r>
            <a:endParaRPr b="1" sz="1200">
              <a:latin typeface="Century Gothic"/>
              <a:ea typeface="Century Gothic"/>
              <a:cs typeface="Century Gothic"/>
              <a:sym typeface="Century Gothic"/>
            </a:endParaRPr>
          </a:p>
        </p:txBody>
      </p:sp>
      <p:sp>
        <p:nvSpPr>
          <p:cNvPr id="245" name="Google Shape;245;p27"/>
          <p:cNvSpPr txBox="1"/>
          <p:nvPr/>
        </p:nvSpPr>
        <p:spPr>
          <a:xfrm>
            <a:off x="1341754" y="3002410"/>
            <a:ext cx="2571900" cy="1562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is simply dummy text of the printing and typesetting industry. </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When an unknown printer took a galley of type and scrambled it to make a type specimen book. It has survived not only five centuries, but also the leap into electronic typesetting, remaining essentially unchanged..</a:t>
            </a:r>
            <a:endParaRPr sz="900">
              <a:solidFill>
                <a:srgbClr val="333333"/>
              </a:solidFill>
              <a:latin typeface="Roboto"/>
              <a:ea typeface="Roboto"/>
              <a:cs typeface="Roboto"/>
              <a:sym typeface="Roboto"/>
            </a:endParaRPr>
          </a:p>
        </p:txBody>
      </p:sp>
      <p:sp>
        <p:nvSpPr>
          <p:cNvPr id="246" name="Google Shape;246;p27"/>
          <p:cNvSpPr txBox="1"/>
          <p:nvPr>
            <p:ph type="title"/>
          </p:nvPr>
        </p:nvSpPr>
        <p:spPr>
          <a:xfrm>
            <a:off x="1336675" y="963620"/>
            <a:ext cx="4640700" cy="94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00000"/>
              </a:buClr>
              <a:buSzPts val="3600"/>
              <a:buFont typeface="Century Gothic"/>
              <a:buNone/>
            </a:pPr>
            <a:r>
              <a:rPr lang="en-US" sz="3600">
                <a:solidFill>
                  <a:srgbClr val="000000"/>
                </a:solidFill>
              </a:rPr>
              <a:t>Lorem Ipsum is the</a:t>
            </a:r>
            <a:br>
              <a:rPr lang="en-US" sz="3600">
                <a:solidFill>
                  <a:srgbClr val="000000"/>
                </a:solidFill>
              </a:rPr>
            </a:br>
            <a:r>
              <a:rPr lang="en-US">
                <a:solidFill>
                  <a:srgbClr val="832BFB"/>
                </a:solidFill>
              </a:rPr>
              <a:t>Simply</a:t>
            </a:r>
            <a:r>
              <a:rPr lang="en-US" sz="3600">
                <a:solidFill>
                  <a:srgbClr val="000000"/>
                </a:solidFill>
              </a:rPr>
              <a:t> Dummy</a:t>
            </a:r>
            <a:endParaRPr/>
          </a:p>
        </p:txBody>
      </p:sp>
      <p:sp>
        <p:nvSpPr>
          <p:cNvPr id="247" name="Google Shape;247;p27"/>
          <p:cNvSpPr txBox="1"/>
          <p:nvPr>
            <p:ph idx="12" type="sldNum"/>
          </p:nvPr>
        </p:nvSpPr>
        <p:spPr>
          <a:xfrm>
            <a:off x="265176" y="4736287"/>
            <a:ext cx="1518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grpSp>
        <p:nvGrpSpPr>
          <p:cNvPr id="248" name="Google Shape;248;p27"/>
          <p:cNvGrpSpPr/>
          <p:nvPr/>
        </p:nvGrpSpPr>
        <p:grpSpPr>
          <a:xfrm>
            <a:off x="4570873" y="-1"/>
            <a:ext cx="4574337" cy="5143501"/>
            <a:chOff x="4570874" y="-1"/>
            <a:chExt cx="4574337" cy="5143501"/>
          </a:xfrm>
        </p:grpSpPr>
        <p:pic>
          <p:nvPicPr>
            <p:cNvPr descr="Picture Placeholder 4" id="249" name="Google Shape;249;p27"/>
            <p:cNvPicPr preferRelativeResize="0"/>
            <p:nvPr/>
          </p:nvPicPr>
          <p:blipFill rotWithShape="1">
            <a:blip r:embed="rId4">
              <a:alphaModFix amt="30000"/>
            </a:blip>
            <a:srcRect b="0" l="0" r="0" t="0"/>
            <a:stretch/>
          </p:blipFill>
          <p:spPr>
            <a:xfrm>
              <a:off x="4570873" y="-1"/>
              <a:ext cx="4574337" cy="5143501"/>
            </a:xfrm>
            <a:prstGeom prst="rect">
              <a:avLst/>
            </a:prstGeom>
            <a:noFill/>
            <a:ln>
              <a:noFill/>
            </a:ln>
          </p:spPr>
        </p:pic>
        <p:pic>
          <p:nvPicPr>
            <p:cNvPr id="250" name="Google Shape;250;p27"/>
            <p:cNvPicPr preferRelativeResize="0"/>
            <p:nvPr/>
          </p:nvPicPr>
          <p:blipFill>
            <a:blip r:embed="rId5">
              <a:alphaModFix/>
            </a:blip>
            <a:stretch>
              <a:fillRect/>
            </a:stretch>
          </p:blipFill>
          <p:spPr>
            <a:xfrm>
              <a:off x="8636079" y="4696572"/>
              <a:ext cx="302725" cy="302725"/>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idx="12" type="sldNum"/>
          </p:nvPr>
        </p:nvSpPr>
        <p:spPr>
          <a:xfrm>
            <a:off x="265176" y="4736287"/>
            <a:ext cx="155400" cy="161700"/>
          </a:xfrm>
          <a:prstGeom prst="rect">
            <a:avLst/>
          </a:prstGeom>
          <a:noFill/>
          <a:ln>
            <a:noFill/>
          </a:ln>
        </p:spPr>
        <p:txBody>
          <a:bodyPr anchorCtr="0" anchor="t"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256" name="Google Shape;256;p28"/>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 Ipsum is </a:t>
            </a:r>
            <a:r>
              <a:rPr lang="en-US">
                <a:solidFill>
                  <a:srgbClr val="832BFB"/>
                </a:solidFill>
              </a:rPr>
              <a:t>simply dummy  </a:t>
            </a:r>
            <a:endParaRPr/>
          </a:p>
        </p:txBody>
      </p:sp>
      <p:sp>
        <p:nvSpPr>
          <p:cNvPr id="257" name="Google Shape;257;p28"/>
          <p:cNvSpPr txBox="1"/>
          <p:nvPr/>
        </p:nvSpPr>
        <p:spPr>
          <a:xfrm>
            <a:off x="1333500" y="1477962"/>
            <a:ext cx="7145100" cy="831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is simply dummy text of the printing and typesetting industry. </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When an unknown printer took a galley of type and scrambled it to make a type specimen book. It has survived not only five centuries, but also the leap into electronic typesetting, remaining essentially unchanged. Lorem Ipsum is simply dummy text of the printing and typesetting industry. When an unknown printer took a galley of type and scrambled it to make a type specimen book. It has survived not only five centuries, but also the leap into electronic typesetting, remaining essentially unchanged.</a:t>
            </a:r>
            <a:endParaRPr sz="900">
              <a:latin typeface="Roboto"/>
              <a:ea typeface="Roboto"/>
              <a:cs typeface="Roboto"/>
              <a:sym typeface="Roboto"/>
            </a:endParaRPr>
          </a:p>
        </p:txBody>
      </p:sp>
      <p:pic>
        <p:nvPicPr>
          <p:cNvPr id="258" name="Google Shape;258;p28"/>
          <p:cNvPicPr preferRelativeResize="0"/>
          <p:nvPr/>
        </p:nvPicPr>
        <p:blipFill rotWithShape="1">
          <a:blip r:embed="rId3">
            <a:alphaModFix/>
          </a:blip>
          <a:srcRect b="47230" l="0" r="0" t="16198"/>
          <a:stretch/>
        </p:blipFill>
        <p:spPr>
          <a:xfrm>
            <a:off x="667436" y="3089374"/>
            <a:ext cx="8477250" cy="2066927"/>
          </a:xfrm>
          <a:prstGeom prst="rect">
            <a:avLst/>
          </a:prstGeom>
          <a:noFill/>
          <a:ln>
            <a:noFill/>
          </a:ln>
        </p:spPr>
      </p:pic>
      <p:grpSp>
        <p:nvGrpSpPr>
          <p:cNvPr id="259" name="Google Shape;259;p28"/>
          <p:cNvGrpSpPr/>
          <p:nvPr/>
        </p:nvGrpSpPr>
        <p:grpSpPr>
          <a:xfrm>
            <a:off x="666958" y="3076515"/>
            <a:ext cx="8478232" cy="2066985"/>
            <a:chOff x="666958" y="3076515"/>
            <a:chExt cx="8478232" cy="2066985"/>
          </a:xfrm>
        </p:grpSpPr>
        <p:pic>
          <p:nvPicPr>
            <p:cNvPr descr="Picture Placeholder 4" id="260" name="Google Shape;260;p28"/>
            <p:cNvPicPr preferRelativeResize="0"/>
            <p:nvPr/>
          </p:nvPicPr>
          <p:blipFill rotWithShape="1">
            <a:blip r:embed="rId4">
              <a:alphaModFix amt="30000"/>
            </a:blip>
            <a:srcRect b="0" l="0" r="0" t="0"/>
            <a:stretch/>
          </p:blipFill>
          <p:spPr>
            <a:xfrm>
              <a:off x="666958" y="3076515"/>
              <a:ext cx="8478232" cy="2066985"/>
            </a:xfrm>
            <a:prstGeom prst="rect">
              <a:avLst/>
            </a:prstGeom>
            <a:noFill/>
            <a:ln>
              <a:noFill/>
            </a:ln>
          </p:spPr>
        </p:pic>
        <p:pic>
          <p:nvPicPr>
            <p:cNvPr id="261" name="Google Shape;261;p28"/>
            <p:cNvPicPr preferRelativeResize="0"/>
            <p:nvPr/>
          </p:nvPicPr>
          <p:blipFill>
            <a:blip r:embed="rId5">
              <a:alphaModFix/>
            </a:blip>
            <a:stretch>
              <a:fillRect/>
            </a:stretch>
          </p:blipFill>
          <p:spPr>
            <a:xfrm>
              <a:off x="8606804" y="4696572"/>
              <a:ext cx="302725" cy="302725"/>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9"/>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p>
            <a:pPr indent="0" lvl="0" marL="0" rtl="0" algn="ctr">
              <a:spcBef>
                <a:spcPts val="0"/>
              </a:spcBef>
              <a:spcAft>
                <a:spcPts val="0"/>
              </a:spcAft>
              <a:buClr>
                <a:srgbClr val="888888"/>
              </a:buClr>
              <a:buSzPts val="800"/>
              <a:buFont typeface="Arial"/>
              <a:buNone/>
            </a:pPr>
            <a:fld id="{00000000-1234-1234-1234-123412341234}" type="slidenum">
              <a:rPr lang="en-US"/>
              <a:t>‹#›</a:t>
            </a:fld>
            <a:endParaRPr/>
          </a:p>
        </p:txBody>
      </p:sp>
      <p:sp>
        <p:nvSpPr>
          <p:cNvPr id="267" name="Google Shape;267;p29"/>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 Ipsum table type  </a:t>
            </a:r>
            <a:endParaRPr/>
          </a:p>
        </p:txBody>
      </p:sp>
      <p:graphicFrame>
        <p:nvGraphicFramePr>
          <p:cNvPr id="268" name="Google Shape;268;p29"/>
          <p:cNvGraphicFramePr/>
          <p:nvPr/>
        </p:nvGraphicFramePr>
        <p:xfrm>
          <a:off x="1334186" y="1463040"/>
          <a:ext cx="3000000" cy="3000000"/>
        </p:xfrm>
        <a:graphic>
          <a:graphicData uri="http://schemas.openxmlformats.org/drawingml/2006/table">
            <a:tbl>
              <a:tblPr firstRow="1">
                <a:noFill/>
                <a:tableStyleId>{75BC99D7-43D9-42E7-B4A1-9A20D9408B03}</a:tableStyleId>
              </a:tblPr>
              <a:tblGrid>
                <a:gridCol w="1290500"/>
                <a:gridCol w="1954250"/>
                <a:gridCol w="1954250"/>
                <a:gridCol w="1954250"/>
              </a:tblGrid>
              <a:tr h="287950">
                <a:tc>
                  <a:txBody>
                    <a:bodyPr/>
                    <a:lstStyle/>
                    <a:p>
                      <a:pPr indent="0" lvl="0" marL="0" marR="0" rtl="0" algn="ctr">
                        <a:lnSpc>
                          <a:spcPct val="100000"/>
                        </a:lnSpc>
                        <a:spcBef>
                          <a:spcPts val="0"/>
                        </a:spcBef>
                        <a:spcAft>
                          <a:spcPts val="0"/>
                        </a:spcAft>
                        <a:buClr>
                          <a:schemeClr val="dk1"/>
                        </a:buClr>
                        <a:buSzPts val="900"/>
                        <a:buFont typeface="Arial"/>
                        <a:buNone/>
                      </a:pPr>
                      <a:r>
                        <a:t/>
                      </a:r>
                      <a:endParaRPr b="0" sz="900" u="none" cap="none" strike="noStrike">
                        <a:latin typeface="Roboto"/>
                        <a:ea typeface="Roboto"/>
                        <a:cs typeface="Roboto"/>
                        <a:sym typeface="Roboto"/>
                      </a:endParaRPr>
                    </a:p>
                  </a:txBody>
                  <a:tcPr marT="38100" marB="38100" marR="38100" marL="38100" anchor="ctr">
                    <a:lnL cap="flat" cmpd="sng" w="9525">
                      <a:solidFill>
                        <a:srgbClr val="832BFB">
                          <a:alpha val="0"/>
                        </a:srgbClr>
                      </a:solidFill>
                      <a:prstDash val="solid"/>
                      <a:round/>
                      <a:headEnd len="sm" w="sm" type="none"/>
                      <a:tailEnd len="sm" w="sm" type="none"/>
                    </a:lnL>
                    <a:lnR cap="flat" cmpd="sng" w="9525">
                      <a:solidFill>
                        <a:srgbClr val="832BFB">
                          <a:alpha val="0"/>
                        </a:srgbClr>
                      </a:solidFill>
                      <a:prstDash val="solid"/>
                      <a:round/>
                      <a:headEnd len="sm" w="sm" type="none"/>
                      <a:tailEnd len="sm" w="sm" type="none"/>
                    </a:lnR>
                    <a:lnT cap="flat" cmpd="sng" w="9525">
                      <a:solidFill>
                        <a:srgbClr val="832BFB">
                          <a:alpha val="0"/>
                        </a:srgbClr>
                      </a:solidFill>
                      <a:prstDash val="solid"/>
                      <a:round/>
                      <a:headEnd len="sm" w="sm" type="none"/>
                      <a:tailEnd len="sm" w="sm" type="none"/>
                    </a:lnT>
                    <a:lnB cap="flat" cmpd="sng" w="9525">
                      <a:solidFill>
                        <a:srgbClr val="D5D5D5">
                          <a:alpha val="0"/>
                        </a:srgbClr>
                      </a:solidFill>
                      <a:prstDash val="solid"/>
                      <a:round/>
                      <a:headEnd len="sm" w="sm" type="none"/>
                      <a:tailEnd len="sm" w="sm" type="none"/>
                    </a:lnB>
                    <a:solidFill>
                      <a:srgbClr val="832BFB"/>
                    </a:solidFill>
                  </a:tcPr>
                </a:tc>
                <a:tc>
                  <a:txBody>
                    <a:bodyPr/>
                    <a:lstStyle/>
                    <a:p>
                      <a:pPr indent="101600" lvl="0" marL="0" marR="0" rtl="0" algn="l">
                        <a:lnSpc>
                          <a:spcPct val="100000"/>
                        </a:lnSpc>
                        <a:spcBef>
                          <a:spcPts val="0"/>
                        </a:spcBef>
                        <a:spcAft>
                          <a:spcPts val="0"/>
                        </a:spcAft>
                        <a:buClr>
                          <a:srgbClr val="FFFFFF"/>
                        </a:buClr>
                        <a:buSzPts val="900"/>
                        <a:buFont typeface="Arial"/>
                        <a:buNone/>
                      </a:pPr>
                      <a:r>
                        <a:rPr lang="en-US" sz="900" u="none" cap="none" strike="noStrike">
                          <a:solidFill>
                            <a:srgbClr val="FFFFFF"/>
                          </a:solidFill>
                          <a:latin typeface="Roboto"/>
                          <a:ea typeface="Roboto"/>
                          <a:cs typeface="Roboto"/>
                          <a:sym typeface="Roboto"/>
                        </a:rPr>
                        <a:t>Column index</a:t>
                      </a:r>
                      <a:endParaRPr sz="1100">
                        <a:latin typeface="Roboto"/>
                        <a:ea typeface="Roboto"/>
                        <a:cs typeface="Roboto"/>
                        <a:sym typeface="Roboto"/>
                      </a:endParaRPr>
                    </a:p>
                  </a:txBody>
                  <a:tcPr marT="0" marB="0" marR="0" marL="0" anchor="ctr">
                    <a:lnL cap="flat" cmpd="sng" w="9525">
                      <a:solidFill>
                        <a:srgbClr val="832BFB">
                          <a:alpha val="0"/>
                        </a:srgbClr>
                      </a:solidFill>
                      <a:prstDash val="solid"/>
                      <a:round/>
                      <a:headEnd len="sm" w="sm" type="none"/>
                      <a:tailEnd len="sm" w="sm" type="none"/>
                    </a:lnL>
                    <a:lnR cap="flat" cmpd="sng" w="9525">
                      <a:solidFill>
                        <a:srgbClr val="832BFB">
                          <a:alpha val="0"/>
                        </a:srgbClr>
                      </a:solidFill>
                      <a:prstDash val="solid"/>
                      <a:round/>
                      <a:headEnd len="sm" w="sm" type="none"/>
                      <a:tailEnd len="sm" w="sm" type="none"/>
                    </a:lnR>
                    <a:lnT cap="flat" cmpd="sng" w="9525">
                      <a:solidFill>
                        <a:srgbClr val="832BFB">
                          <a:alpha val="0"/>
                        </a:srgbClr>
                      </a:solidFill>
                      <a:prstDash val="solid"/>
                      <a:round/>
                      <a:headEnd len="sm" w="sm" type="none"/>
                      <a:tailEnd len="sm" w="sm" type="none"/>
                    </a:lnT>
                    <a:lnB cap="flat" cmpd="sng" w="9525">
                      <a:solidFill>
                        <a:srgbClr val="D5D5D5">
                          <a:alpha val="0"/>
                        </a:srgbClr>
                      </a:solidFill>
                      <a:prstDash val="solid"/>
                      <a:round/>
                      <a:headEnd len="sm" w="sm" type="none"/>
                      <a:tailEnd len="sm" w="sm" type="none"/>
                    </a:lnB>
                    <a:solidFill>
                      <a:srgbClr val="832BFB"/>
                    </a:solidFill>
                  </a:tcPr>
                </a:tc>
                <a:tc>
                  <a:txBody>
                    <a:bodyPr/>
                    <a:lstStyle/>
                    <a:p>
                      <a:pPr indent="101600" lvl="0" marL="0" marR="0" rtl="0" algn="l">
                        <a:lnSpc>
                          <a:spcPct val="100000"/>
                        </a:lnSpc>
                        <a:spcBef>
                          <a:spcPts val="0"/>
                        </a:spcBef>
                        <a:spcAft>
                          <a:spcPts val="0"/>
                        </a:spcAft>
                        <a:buClr>
                          <a:srgbClr val="FFFFFF"/>
                        </a:buClr>
                        <a:buSzPts val="900"/>
                        <a:buFont typeface="Arial"/>
                        <a:buNone/>
                      </a:pPr>
                      <a:r>
                        <a:rPr lang="en-US" sz="900" u="none" cap="none" strike="noStrike">
                          <a:solidFill>
                            <a:srgbClr val="FFFFFF"/>
                          </a:solidFill>
                          <a:latin typeface="Roboto"/>
                          <a:ea typeface="Roboto"/>
                          <a:cs typeface="Roboto"/>
                          <a:sym typeface="Roboto"/>
                        </a:rPr>
                        <a:t>Simply dummy text</a:t>
                      </a:r>
                      <a:endParaRPr sz="1100">
                        <a:latin typeface="Roboto"/>
                        <a:ea typeface="Roboto"/>
                        <a:cs typeface="Roboto"/>
                        <a:sym typeface="Roboto"/>
                      </a:endParaRPr>
                    </a:p>
                  </a:txBody>
                  <a:tcPr marT="38100" marB="38100" marR="38100" marL="38100" anchor="ctr">
                    <a:lnL cap="flat" cmpd="sng" w="9525">
                      <a:solidFill>
                        <a:srgbClr val="832BFB">
                          <a:alpha val="0"/>
                        </a:srgbClr>
                      </a:solidFill>
                      <a:prstDash val="solid"/>
                      <a:round/>
                      <a:headEnd len="sm" w="sm" type="none"/>
                      <a:tailEnd len="sm" w="sm" type="none"/>
                    </a:lnL>
                    <a:lnR cap="flat" cmpd="sng" w="9525">
                      <a:solidFill>
                        <a:srgbClr val="832BFB">
                          <a:alpha val="0"/>
                        </a:srgbClr>
                      </a:solidFill>
                      <a:prstDash val="solid"/>
                      <a:round/>
                      <a:headEnd len="sm" w="sm" type="none"/>
                      <a:tailEnd len="sm" w="sm" type="none"/>
                    </a:lnR>
                    <a:lnT cap="flat" cmpd="sng" w="9525">
                      <a:solidFill>
                        <a:srgbClr val="832BFB">
                          <a:alpha val="0"/>
                        </a:srgbClr>
                      </a:solidFill>
                      <a:prstDash val="solid"/>
                      <a:round/>
                      <a:headEnd len="sm" w="sm" type="none"/>
                      <a:tailEnd len="sm" w="sm" type="none"/>
                    </a:lnT>
                    <a:lnB cap="flat" cmpd="sng" w="9525">
                      <a:solidFill>
                        <a:srgbClr val="D5D5D5">
                          <a:alpha val="0"/>
                        </a:srgbClr>
                      </a:solidFill>
                      <a:prstDash val="solid"/>
                      <a:round/>
                      <a:headEnd len="sm" w="sm" type="none"/>
                      <a:tailEnd len="sm" w="sm" type="none"/>
                    </a:lnB>
                    <a:solidFill>
                      <a:srgbClr val="832BFB"/>
                    </a:solidFill>
                  </a:tcPr>
                </a:tc>
                <a:tc>
                  <a:txBody>
                    <a:bodyPr/>
                    <a:lstStyle/>
                    <a:p>
                      <a:pPr indent="101600" lvl="0" marL="0" marR="0" rtl="0" algn="l">
                        <a:lnSpc>
                          <a:spcPct val="100000"/>
                        </a:lnSpc>
                        <a:spcBef>
                          <a:spcPts val="0"/>
                        </a:spcBef>
                        <a:spcAft>
                          <a:spcPts val="0"/>
                        </a:spcAft>
                        <a:buClr>
                          <a:srgbClr val="FFFFFF"/>
                        </a:buClr>
                        <a:buSzPts val="900"/>
                        <a:buFont typeface="Arial"/>
                        <a:buNone/>
                      </a:pPr>
                      <a:r>
                        <a:rPr lang="en-US" sz="900" u="none" cap="none" strike="noStrike">
                          <a:solidFill>
                            <a:srgbClr val="FFFFFF"/>
                          </a:solidFill>
                          <a:latin typeface="Roboto"/>
                          <a:ea typeface="Roboto"/>
                          <a:cs typeface="Roboto"/>
                          <a:sym typeface="Roboto"/>
                        </a:rPr>
                        <a:t>Example</a:t>
                      </a:r>
                      <a:endParaRPr sz="1100">
                        <a:latin typeface="Roboto"/>
                        <a:ea typeface="Roboto"/>
                        <a:cs typeface="Roboto"/>
                        <a:sym typeface="Roboto"/>
                      </a:endParaRPr>
                    </a:p>
                  </a:txBody>
                  <a:tcPr marT="38100" marB="38100" marR="38100" marL="38100" anchor="ctr">
                    <a:lnL cap="flat" cmpd="sng" w="9525">
                      <a:solidFill>
                        <a:srgbClr val="832BFB">
                          <a:alpha val="0"/>
                        </a:srgbClr>
                      </a:solidFill>
                      <a:prstDash val="solid"/>
                      <a:round/>
                      <a:headEnd len="sm" w="sm" type="none"/>
                      <a:tailEnd len="sm" w="sm" type="none"/>
                    </a:lnL>
                    <a:lnR cap="flat" cmpd="sng" w="9525">
                      <a:solidFill>
                        <a:srgbClr val="832BFB">
                          <a:alpha val="0"/>
                        </a:srgbClr>
                      </a:solidFill>
                      <a:prstDash val="solid"/>
                      <a:round/>
                      <a:headEnd len="sm" w="sm" type="none"/>
                      <a:tailEnd len="sm" w="sm" type="none"/>
                    </a:lnR>
                    <a:lnT cap="flat" cmpd="sng" w="9525">
                      <a:solidFill>
                        <a:srgbClr val="832BFB">
                          <a:alpha val="0"/>
                        </a:srgbClr>
                      </a:solidFill>
                      <a:prstDash val="solid"/>
                      <a:round/>
                      <a:headEnd len="sm" w="sm" type="none"/>
                      <a:tailEnd len="sm" w="sm" type="none"/>
                    </a:lnT>
                    <a:lnB cap="flat" cmpd="sng" w="9525">
                      <a:solidFill>
                        <a:srgbClr val="D5D5D5">
                          <a:alpha val="0"/>
                        </a:srgbClr>
                      </a:solidFill>
                      <a:prstDash val="solid"/>
                      <a:round/>
                      <a:headEnd len="sm" w="sm" type="none"/>
                      <a:tailEnd len="sm" w="sm" type="none"/>
                    </a:lnB>
                    <a:solidFill>
                      <a:srgbClr val="832BFB"/>
                    </a:solidFill>
                  </a:tcPr>
                </a:tc>
              </a:tr>
              <a:tr h="573275">
                <a:tc>
                  <a:txBody>
                    <a:bodyPr/>
                    <a:lstStyle/>
                    <a:p>
                      <a:pPr indent="0" lvl="0" marL="0" marR="0" rtl="0" algn="l">
                        <a:lnSpc>
                          <a:spcPct val="125000"/>
                        </a:lnSpc>
                        <a:spcBef>
                          <a:spcPts val="0"/>
                        </a:spcBef>
                        <a:spcAft>
                          <a:spcPts val="0"/>
                        </a:spcAft>
                        <a:buClr>
                          <a:schemeClr val="dk1"/>
                        </a:buClr>
                        <a:buSzPts val="900"/>
                        <a:buFont typeface="Arial"/>
                        <a:buNone/>
                      </a:pPr>
                      <a:r>
                        <a:rPr b="1" lang="en-US" sz="900" u="none" cap="none" strike="noStrike">
                          <a:latin typeface="Roboto"/>
                          <a:ea typeface="Roboto"/>
                          <a:cs typeface="Roboto"/>
                          <a:sym typeface="Roboto"/>
                        </a:rPr>
                        <a:t>Row index</a:t>
                      </a:r>
                      <a:endParaRPr b="1" sz="1100">
                        <a:latin typeface="Roboto"/>
                        <a:ea typeface="Roboto"/>
                        <a:cs typeface="Roboto"/>
                        <a:sym typeface="Roboto"/>
                      </a:endParaRPr>
                    </a:p>
                  </a:txBody>
                  <a:tcPr marT="95250" marB="95250" marR="95250" marL="95250" anchor="ctr">
                    <a:lnL cap="flat" cmpd="sng" w="9525">
                      <a:solidFill>
                        <a:srgbClr val="D5D5D5">
                          <a:alpha val="0"/>
                        </a:srgbClr>
                      </a:solidFill>
                      <a:prstDash val="solid"/>
                      <a:round/>
                      <a:headEnd len="sm" w="sm" type="none"/>
                      <a:tailEnd len="sm" w="sm" type="none"/>
                    </a:lnL>
                    <a:lnR cap="flat" cmpd="sng" w="9525">
                      <a:solidFill>
                        <a:srgbClr val="D5D5D5">
                          <a:alpha val="0"/>
                        </a:srgbClr>
                      </a:solidFill>
                      <a:prstDash val="solid"/>
                      <a:round/>
                      <a:headEnd len="sm" w="sm" type="none"/>
                      <a:tailEnd len="sm" w="sm" type="none"/>
                    </a:lnR>
                    <a:lnT cap="flat" cmpd="sng" w="9525">
                      <a:solidFill>
                        <a:srgbClr val="D5D5D5">
                          <a:alpha val="0"/>
                        </a:srgbClr>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900">
                        <a:solidFill>
                          <a:srgbClr val="333333"/>
                        </a:solidFill>
                        <a:latin typeface="Roboto"/>
                        <a:ea typeface="Roboto"/>
                        <a:cs typeface="Roboto"/>
                        <a:sym typeface="Roboto"/>
                      </a:endParaRPr>
                    </a:p>
                  </a:txBody>
                  <a:tcPr marT="128000" marB="104775" marR="104775" marL="104775">
                    <a:lnL cap="flat" cmpd="sng" w="9525">
                      <a:solidFill>
                        <a:srgbClr val="D5D5D5">
                          <a:alpha val="0"/>
                        </a:srgbClr>
                      </a:solidFill>
                      <a:prstDash val="solid"/>
                      <a:round/>
                      <a:headEnd len="sm" w="sm" type="none"/>
                      <a:tailEnd len="sm" w="sm" type="none"/>
                    </a:lnL>
                    <a:lnR cap="flat" cmpd="sng" w="9525">
                      <a:solidFill>
                        <a:srgbClr val="D5D5D5">
                          <a:alpha val="0"/>
                        </a:srgbClr>
                      </a:solidFill>
                      <a:prstDash val="solid"/>
                      <a:round/>
                      <a:headEnd len="sm" w="sm" type="none"/>
                      <a:tailEnd len="sm" w="sm" type="none"/>
                    </a:lnR>
                    <a:lnT cap="flat" cmpd="sng" w="9525">
                      <a:solidFill>
                        <a:srgbClr val="D5D5D5">
                          <a:alpha val="0"/>
                        </a:srgbClr>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1100">
                        <a:solidFill>
                          <a:srgbClr val="333333"/>
                        </a:solidFill>
                        <a:latin typeface="Roboto"/>
                        <a:ea typeface="Roboto"/>
                        <a:cs typeface="Roboto"/>
                        <a:sym typeface="Roboto"/>
                      </a:endParaRPr>
                    </a:p>
                  </a:txBody>
                  <a:tcPr marT="128000" marB="104775" marR="104775" marL="104775">
                    <a:lnL cap="flat" cmpd="sng" w="9525">
                      <a:solidFill>
                        <a:srgbClr val="D5D5D5">
                          <a:alpha val="0"/>
                        </a:srgbClr>
                      </a:solidFill>
                      <a:prstDash val="solid"/>
                      <a:round/>
                      <a:headEnd len="sm" w="sm" type="none"/>
                      <a:tailEnd len="sm" w="sm" type="none"/>
                    </a:lnL>
                    <a:lnR cap="flat" cmpd="sng" w="9525">
                      <a:solidFill>
                        <a:srgbClr val="D5D5D5">
                          <a:alpha val="0"/>
                        </a:srgbClr>
                      </a:solidFill>
                      <a:prstDash val="solid"/>
                      <a:round/>
                      <a:headEnd len="sm" w="sm" type="none"/>
                      <a:tailEnd len="sm" w="sm" type="none"/>
                    </a:lnR>
                    <a:lnT cap="flat" cmpd="sng" w="9525">
                      <a:solidFill>
                        <a:srgbClr val="D5D5D5">
                          <a:alpha val="0"/>
                        </a:srgbClr>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1100">
                        <a:solidFill>
                          <a:srgbClr val="333333"/>
                        </a:solidFill>
                        <a:latin typeface="Roboto"/>
                        <a:ea typeface="Roboto"/>
                        <a:cs typeface="Roboto"/>
                        <a:sym typeface="Roboto"/>
                      </a:endParaRPr>
                    </a:p>
                  </a:txBody>
                  <a:tcPr marT="128000" marB="104775" marR="104775" marL="104775">
                    <a:lnL cap="flat" cmpd="sng" w="9525">
                      <a:solidFill>
                        <a:srgbClr val="D5D5D5">
                          <a:alpha val="0"/>
                        </a:srgbClr>
                      </a:solidFill>
                      <a:prstDash val="solid"/>
                      <a:round/>
                      <a:headEnd len="sm" w="sm" type="none"/>
                      <a:tailEnd len="sm" w="sm" type="none"/>
                    </a:lnL>
                    <a:lnR cap="flat" cmpd="sng" w="9525">
                      <a:solidFill>
                        <a:srgbClr val="D5D5D5">
                          <a:alpha val="0"/>
                        </a:srgbClr>
                      </a:solidFill>
                      <a:prstDash val="solid"/>
                      <a:round/>
                      <a:headEnd len="sm" w="sm" type="none"/>
                      <a:tailEnd len="sm" w="sm" type="none"/>
                    </a:lnR>
                    <a:lnT cap="flat" cmpd="sng" w="9525">
                      <a:solidFill>
                        <a:srgbClr val="D5D5D5">
                          <a:alpha val="0"/>
                        </a:srgbClr>
                      </a:solidFill>
                      <a:prstDash val="solid"/>
                      <a:round/>
                      <a:headEnd len="sm" w="sm" type="none"/>
                      <a:tailEnd len="sm" w="sm" type="none"/>
                    </a:lnT>
                    <a:lnB cap="flat" cmpd="sng" w="9525">
                      <a:solidFill>
                        <a:srgbClr val="D5D5D5"/>
                      </a:solidFill>
                      <a:prstDash val="solid"/>
                      <a:round/>
                      <a:headEnd len="sm" w="sm" type="none"/>
                      <a:tailEnd len="sm" w="sm" type="none"/>
                    </a:lnB>
                  </a:tcPr>
                </a:tc>
              </a:tr>
              <a:tr h="569900">
                <a:tc>
                  <a:txBody>
                    <a:bodyPr/>
                    <a:lstStyle/>
                    <a:p>
                      <a:pPr indent="0" lvl="0" marL="0" marR="0" rtl="0" algn="l">
                        <a:lnSpc>
                          <a:spcPct val="125000"/>
                        </a:lnSpc>
                        <a:spcBef>
                          <a:spcPts val="0"/>
                        </a:spcBef>
                        <a:spcAft>
                          <a:spcPts val="0"/>
                        </a:spcAft>
                        <a:buClr>
                          <a:schemeClr val="dk1"/>
                        </a:buClr>
                        <a:buSzPts val="900"/>
                        <a:buFont typeface="Arial"/>
                        <a:buNone/>
                      </a:pPr>
                      <a:r>
                        <a:rPr b="1" lang="en-US" sz="900" u="none" cap="none" strike="noStrike">
                          <a:latin typeface="Roboto"/>
                          <a:ea typeface="Roboto"/>
                          <a:cs typeface="Roboto"/>
                          <a:sym typeface="Roboto"/>
                        </a:rPr>
                        <a:t>Lorem ipsum</a:t>
                      </a:r>
                      <a:endParaRPr b="1" sz="1100">
                        <a:latin typeface="Roboto"/>
                        <a:ea typeface="Roboto"/>
                        <a:cs typeface="Roboto"/>
                        <a:sym typeface="Roboto"/>
                      </a:endParaRPr>
                    </a:p>
                  </a:txBody>
                  <a:tcPr marT="95250" marB="95250" marR="95250" marL="9525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9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11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a:t>
                      </a:r>
                      <a:br>
                        <a:rPr lang="en-US" sz="900" u="none" cap="none" strike="noStrike">
                          <a:solidFill>
                            <a:srgbClr val="333333"/>
                          </a:solidFill>
                          <a:latin typeface="Roboto"/>
                          <a:ea typeface="Roboto"/>
                          <a:cs typeface="Roboto"/>
                          <a:sym typeface="Roboto"/>
                        </a:rPr>
                      </a:br>
                      <a:r>
                        <a:rPr lang="en-US" sz="900" u="none" cap="none" strike="noStrike">
                          <a:solidFill>
                            <a:srgbClr val="333333"/>
                          </a:solidFill>
                          <a:latin typeface="Roboto"/>
                          <a:ea typeface="Roboto"/>
                          <a:cs typeface="Roboto"/>
                          <a:sym typeface="Roboto"/>
                        </a:rPr>
                        <a:t>typesetting industry </a:t>
                      </a:r>
                      <a:endParaRPr sz="11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r>
              <a:tr h="569900">
                <a:tc>
                  <a:txBody>
                    <a:bodyPr/>
                    <a:lstStyle/>
                    <a:p>
                      <a:pPr indent="0" lvl="0" marL="0" marR="0" rtl="0" algn="l">
                        <a:lnSpc>
                          <a:spcPct val="125000"/>
                        </a:lnSpc>
                        <a:spcBef>
                          <a:spcPts val="0"/>
                        </a:spcBef>
                        <a:spcAft>
                          <a:spcPts val="0"/>
                        </a:spcAft>
                        <a:buClr>
                          <a:schemeClr val="dk1"/>
                        </a:buClr>
                        <a:buSzPts val="900"/>
                        <a:buFont typeface="Arial"/>
                        <a:buNone/>
                      </a:pPr>
                      <a:r>
                        <a:rPr b="1" lang="en-US" sz="900" u="none" cap="none" strike="noStrike">
                          <a:latin typeface="Roboto"/>
                          <a:ea typeface="Roboto"/>
                          <a:cs typeface="Roboto"/>
                          <a:sym typeface="Roboto"/>
                        </a:rPr>
                        <a:t>Row example</a:t>
                      </a:r>
                      <a:endParaRPr b="1" sz="1100">
                        <a:latin typeface="Roboto"/>
                        <a:ea typeface="Roboto"/>
                        <a:cs typeface="Roboto"/>
                        <a:sym typeface="Roboto"/>
                      </a:endParaRPr>
                    </a:p>
                  </a:txBody>
                  <a:tcPr marT="95250" marB="95250" marR="95250" marL="9525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a:t>
                      </a:r>
                      <a:endParaRPr sz="9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11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11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r>
              <a:tr h="569900">
                <a:tc>
                  <a:txBody>
                    <a:bodyPr/>
                    <a:lstStyle/>
                    <a:p>
                      <a:pPr indent="0" lvl="0" marL="0" marR="0" rtl="0" algn="l">
                        <a:lnSpc>
                          <a:spcPct val="125000"/>
                        </a:lnSpc>
                        <a:spcBef>
                          <a:spcPts val="0"/>
                        </a:spcBef>
                        <a:spcAft>
                          <a:spcPts val="0"/>
                        </a:spcAft>
                        <a:buClr>
                          <a:schemeClr val="dk1"/>
                        </a:buClr>
                        <a:buSzPts val="900"/>
                        <a:buFont typeface="Arial"/>
                        <a:buNone/>
                      </a:pPr>
                      <a:r>
                        <a:rPr b="1" lang="en-US" sz="900" u="none" cap="none" strike="noStrike">
                          <a:latin typeface="Roboto"/>
                          <a:ea typeface="Roboto"/>
                          <a:cs typeface="Roboto"/>
                          <a:sym typeface="Roboto"/>
                        </a:rPr>
                        <a:t>Example</a:t>
                      </a:r>
                      <a:endParaRPr b="1" sz="1100">
                        <a:latin typeface="Roboto"/>
                        <a:ea typeface="Roboto"/>
                        <a:cs typeface="Roboto"/>
                        <a:sym typeface="Roboto"/>
                      </a:endParaRPr>
                    </a:p>
                  </a:txBody>
                  <a:tcPr marT="95250" marB="95250" marR="95250" marL="9525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a:t>
                      </a:r>
                      <a:endParaRPr sz="9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Lorem Ipsum is simply</a:t>
                      </a:r>
                      <a:endParaRPr sz="11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11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r>
              <a:tr h="569900">
                <a:tc>
                  <a:txBody>
                    <a:bodyPr/>
                    <a:lstStyle/>
                    <a:p>
                      <a:pPr indent="0" lvl="0" marL="0" marR="0" rtl="0" algn="l">
                        <a:lnSpc>
                          <a:spcPct val="125000"/>
                        </a:lnSpc>
                        <a:spcBef>
                          <a:spcPts val="0"/>
                        </a:spcBef>
                        <a:spcAft>
                          <a:spcPts val="0"/>
                        </a:spcAft>
                        <a:buClr>
                          <a:schemeClr val="dk1"/>
                        </a:buClr>
                        <a:buSzPts val="900"/>
                        <a:buFont typeface="Arial"/>
                        <a:buNone/>
                      </a:pPr>
                      <a:r>
                        <a:rPr b="1" lang="en-US" sz="900" u="none" cap="none" strike="noStrike">
                          <a:latin typeface="Roboto"/>
                          <a:ea typeface="Roboto"/>
                          <a:cs typeface="Roboto"/>
                          <a:sym typeface="Roboto"/>
                        </a:rPr>
                        <a:t>Row index</a:t>
                      </a:r>
                      <a:endParaRPr b="1" sz="1100">
                        <a:latin typeface="Roboto"/>
                        <a:ea typeface="Roboto"/>
                        <a:cs typeface="Roboto"/>
                        <a:sym typeface="Roboto"/>
                      </a:endParaRPr>
                    </a:p>
                  </a:txBody>
                  <a:tcPr marT="95250" marB="95250" marR="95250" marL="95250"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9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11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c>
                  <a:txBody>
                    <a:bodyPr/>
                    <a:lstStyle/>
                    <a:p>
                      <a:pPr indent="0" lvl="0" marL="0" marR="0" rtl="0" algn="l">
                        <a:lnSpc>
                          <a:spcPct val="125000"/>
                        </a:lnSpc>
                        <a:spcBef>
                          <a:spcPts val="0"/>
                        </a:spcBef>
                        <a:spcAft>
                          <a:spcPts val="0"/>
                        </a:spcAft>
                        <a:buClr>
                          <a:srgbClr val="333333"/>
                        </a:buClr>
                        <a:buSzPts val="900"/>
                        <a:buFont typeface="Arial"/>
                        <a:buNone/>
                      </a:pPr>
                      <a:r>
                        <a:rPr lang="en-US" sz="900" u="none" cap="none" strike="noStrike">
                          <a:solidFill>
                            <a:srgbClr val="333333"/>
                          </a:solidFill>
                          <a:latin typeface="Roboto"/>
                          <a:ea typeface="Roboto"/>
                          <a:cs typeface="Roboto"/>
                          <a:sym typeface="Roboto"/>
                        </a:rPr>
                        <a:t>Lorem Ipsum is simply dummy text </a:t>
                      </a:r>
                      <a:endParaRPr sz="1100">
                        <a:solidFill>
                          <a:srgbClr val="333333"/>
                        </a:solidFill>
                        <a:latin typeface="Roboto"/>
                        <a:ea typeface="Roboto"/>
                        <a:cs typeface="Roboto"/>
                        <a:sym typeface="Roboto"/>
                      </a:endParaRPr>
                    </a:p>
                  </a:txBody>
                  <a:tcPr marT="128000" marB="104775" marR="104775" marL="10477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D5D5D5"/>
                      </a:solidFill>
                      <a:prstDash val="solid"/>
                      <a:round/>
                      <a:headEnd len="sm" w="sm" type="none"/>
                      <a:tailEnd len="sm" w="sm" type="none"/>
                    </a:lnT>
                    <a:lnB cap="flat" cmpd="sng" w="9525">
                      <a:solidFill>
                        <a:srgbClr val="D5D5D5"/>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type="title"/>
          </p:nvPr>
        </p:nvSpPr>
        <p:spPr>
          <a:xfrm>
            <a:off x="1333500" y="1281479"/>
            <a:ext cx="2257500" cy="7905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a:t>
            </a:r>
            <a:endParaRPr/>
          </a:p>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Ipsum </a:t>
            </a:r>
            <a:r>
              <a:rPr lang="en-US">
                <a:solidFill>
                  <a:srgbClr val="832BFB"/>
                </a:solidFill>
              </a:rPr>
              <a:t>Chart</a:t>
            </a:r>
            <a:r>
              <a:rPr lang="en-US" sz="2700">
                <a:solidFill>
                  <a:srgbClr val="000000"/>
                </a:solidFill>
              </a:rPr>
              <a:t> </a:t>
            </a:r>
            <a:endParaRPr/>
          </a:p>
        </p:txBody>
      </p:sp>
      <p:sp>
        <p:nvSpPr>
          <p:cNvPr id="274" name="Google Shape;274;p30"/>
          <p:cNvSpPr txBox="1"/>
          <p:nvPr>
            <p:ph idx="12" type="sldNum"/>
          </p:nvPr>
        </p:nvSpPr>
        <p:spPr>
          <a:xfrm>
            <a:off x="263067" y="4736287"/>
            <a:ext cx="1518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275" name="Google Shape;275;p30"/>
          <p:cNvSpPr txBox="1"/>
          <p:nvPr/>
        </p:nvSpPr>
        <p:spPr>
          <a:xfrm>
            <a:off x="1341754" y="2447176"/>
            <a:ext cx="2152800" cy="332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Lorem Ipsum is simply dummy text</a:t>
            </a:r>
            <a:endParaRPr sz="1200">
              <a:latin typeface="Century Gothic"/>
              <a:ea typeface="Century Gothic"/>
              <a:cs typeface="Century Gothic"/>
              <a:sym typeface="Century Gothic"/>
            </a:endParaRPr>
          </a:p>
        </p:txBody>
      </p:sp>
      <p:sp>
        <p:nvSpPr>
          <p:cNvPr id="276" name="Google Shape;276;p30"/>
          <p:cNvSpPr txBox="1"/>
          <p:nvPr/>
        </p:nvSpPr>
        <p:spPr>
          <a:xfrm>
            <a:off x="1341754" y="2891627"/>
            <a:ext cx="2152800" cy="315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is simply dummy text of the printing and typesetting</a:t>
            </a:r>
            <a:endParaRPr sz="900">
              <a:latin typeface="Roboto"/>
              <a:ea typeface="Roboto"/>
              <a:cs typeface="Roboto"/>
              <a:sym typeface="Roboto"/>
            </a:endParaRPr>
          </a:p>
        </p:txBody>
      </p:sp>
      <p:sp>
        <p:nvSpPr>
          <p:cNvPr id="277" name="Google Shape;277;p30"/>
          <p:cNvSpPr txBox="1"/>
          <p:nvPr/>
        </p:nvSpPr>
        <p:spPr>
          <a:xfrm>
            <a:off x="1344168" y="3392805"/>
            <a:ext cx="2152800" cy="592500"/>
          </a:xfrm>
          <a:prstGeom prst="rect">
            <a:avLst/>
          </a:prstGeom>
          <a:noFill/>
          <a:ln>
            <a:noFill/>
          </a:ln>
        </p:spPr>
        <p:txBody>
          <a:bodyPr anchorCtr="0" anchor="t" bIns="19050" lIns="19050" spcFirstLastPara="1" rIns="19050" wrap="square" tIns="19050">
            <a:spAutoFit/>
          </a:bodyPr>
          <a:lstStyle/>
          <a:p>
            <a:pPr indent="-148590" lvl="0" marL="155448" marR="0" rtl="0" algn="l">
              <a:lnSpc>
                <a:spcPct val="150000"/>
              </a:lnSpc>
              <a:spcBef>
                <a:spcPts val="0"/>
              </a:spcBef>
              <a:spcAft>
                <a:spcPts val="0"/>
              </a:spcAft>
              <a:buClr>
                <a:srgbClr val="333333"/>
              </a:buClr>
              <a:buSzPts val="900"/>
              <a:buFont typeface="Roboto"/>
              <a:buChar char="●"/>
            </a:pPr>
            <a:r>
              <a:rPr b="1" i="0" lang="en-US" sz="900" u="none" cap="none" strike="noStrike">
                <a:solidFill>
                  <a:srgbClr val="333333"/>
                </a:solidFill>
                <a:latin typeface="Roboto"/>
                <a:ea typeface="Roboto"/>
                <a:cs typeface="Roboto"/>
                <a:sym typeface="Roboto"/>
              </a:rPr>
              <a:t>List title</a:t>
            </a:r>
            <a:r>
              <a:rPr i="0" lang="en-US" sz="900" u="none" cap="none" strike="noStrike">
                <a:solidFill>
                  <a:srgbClr val="333333"/>
                </a:solidFill>
                <a:latin typeface="Roboto"/>
                <a:ea typeface="Roboto"/>
                <a:cs typeface="Roboto"/>
                <a:sym typeface="Roboto"/>
              </a:rPr>
              <a:t> : Lorem Ipsum is simply</a:t>
            </a:r>
            <a:endParaRPr sz="900">
              <a:solidFill>
                <a:srgbClr val="333333"/>
              </a:solidFill>
              <a:latin typeface="Roboto"/>
              <a:ea typeface="Roboto"/>
              <a:cs typeface="Roboto"/>
              <a:sym typeface="Roboto"/>
            </a:endParaRPr>
          </a:p>
          <a:p>
            <a:pPr indent="-148590" lvl="0" marL="155448" marR="0" rtl="0" algn="l">
              <a:lnSpc>
                <a:spcPct val="150000"/>
              </a:lnSpc>
              <a:spcBef>
                <a:spcPts val="0"/>
              </a:spcBef>
              <a:spcAft>
                <a:spcPts val="0"/>
              </a:spcAft>
              <a:buClr>
                <a:srgbClr val="333333"/>
              </a:buClr>
              <a:buSzPts val="900"/>
              <a:buFont typeface="Roboto"/>
              <a:buChar char="●"/>
            </a:pPr>
            <a:r>
              <a:rPr b="1" i="0" lang="en-US" sz="900" u="none" cap="none" strike="noStrike">
                <a:solidFill>
                  <a:srgbClr val="333333"/>
                </a:solidFill>
                <a:latin typeface="Roboto"/>
                <a:ea typeface="Roboto"/>
                <a:cs typeface="Roboto"/>
                <a:sym typeface="Roboto"/>
              </a:rPr>
              <a:t>Dummy txt</a:t>
            </a:r>
            <a:r>
              <a:rPr i="0" lang="en-US" sz="900" u="none" cap="none" strike="noStrike">
                <a:solidFill>
                  <a:srgbClr val="333333"/>
                </a:solidFill>
                <a:latin typeface="Roboto"/>
                <a:ea typeface="Roboto"/>
                <a:cs typeface="Roboto"/>
                <a:sym typeface="Roboto"/>
              </a:rPr>
              <a:t> : dummy text</a:t>
            </a:r>
            <a:endParaRPr sz="900">
              <a:latin typeface="Roboto"/>
              <a:ea typeface="Roboto"/>
              <a:cs typeface="Roboto"/>
              <a:sym typeface="Roboto"/>
            </a:endParaRPr>
          </a:p>
          <a:p>
            <a:pPr indent="-148590" lvl="0" marL="155448" marR="0" rtl="0" algn="l">
              <a:lnSpc>
                <a:spcPct val="150000"/>
              </a:lnSpc>
              <a:spcBef>
                <a:spcPts val="0"/>
              </a:spcBef>
              <a:spcAft>
                <a:spcPts val="0"/>
              </a:spcAft>
              <a:buClr>
                <a:srgbClr val="333333"/>
              </a:buClr>
              <a:buSzPts val="900"/>
              <a:buFont typeface="Roboto"/>
              <a:buChar char="●"/>
            </a:pPr>
            <a:r>
              <a:rPr b="1" i="0" lang="en-US" sz="900" u="none" cap="none" strike="noStrike">
                <a:solidFill>
                  <a:srgbClr val="333333"/>
                </a:solidFill>
                <a:latin typeface="Roboto"/>
                <a:ea typeface="Roboto"/>
                <a:cs typeface="Roboto"/>
                <a:sym typeface="Roboto"/>
              </a:rPr>
              <a:t>Simply title</a:t>
            </a:r>
            <a:r>
              <a:rPr i="0" lang="en-US" sz="900" u="none" cap="none" strike="noStrike">
                <a:solidFill>
                  <a:srgbClr val="333333"/>
                </a:solidFill>
                <a:latin typeface="Roboto"/>
                <a:ea typeface="Roboto"/>
                <a:cs typeface="Roboto"/>
                <a:sym typeface="Roboto"/>
              </a:rPr>
              <a:t> : the printing type</a:t>
            </a:r>
            <a:endParaRPr sz="900">
              <a:latin typeface="Roboto"/>
              <a:ea typeface="Roboto"/>
              <a:cs typeface="Roboto"/>
              <a:sym typeface="Roboto"/>
            </a:endParaRPr>
          </a:p>
        </p:txBody>
      </p:sp>
      <p:grpSp>
        <p:nvGrpSpPr>
          <p:cNvPr id="278" name="Google Shape;278;p30"/>
          <p:cNvGrpSpPr/>
          <p:nvPr/>
        </p:nvGrpSpPr>
        <p:grpSpPr>
          <a:xfrm>
            <a:off x="5303519" y="1013590"/>
            <a:ext cx="579686" cy="152400"/>
            <a:chOff x="0" y="0"/>
            <a:chExt cx="772915" cy="203200"/>
          </a:xfrm>
        </p:grpSpPr>
        <p:sp>
          <p:nvSpPr>
            <p:cNvPr id="279" name="Google Shape;279;p30"/>
            <p:cNvSpPr txBox="1"/>
            <p:nvPr/>
          </p:nvSpPr>
          <p:spPr>
            <a:xfrm>
              <a:off x="134620" y="0"/>
              <a:ext cx="638295" cy="203200"/>
            </a:xfrm>
            <a:prstGeom prst="rect">
              <a:avLst/>
            </a:prstGeom>
            <a:noFill/>
            <a:ln>
              <a:noFill/>
            </a:ln>
          </p:spPr>
          <p:txBody>
            <a:bodyPr anchorCtr="0" anchor="t" bIns="0" lIns="0" spcFirstLastPara="1" rIns="0" wrap="square" tIns="0">
              <a:noAutofit/>
            </a:bodyPr>
            <a:lstStyle/>
            <a:p>
              <a:pPr indent="0" lvl="0" marL="0" marR="0" rtl="0" algn="l">
                <a:lnSpc>
                  <a:spcPct val="266666"/>
                </a:lnSpc>
                <a:spcBef>
                  <a:spcPts val="0"/>
                </a:spcBef>
                <a:spcAft>
                  <a:spcPts val="0"/>
                </a:spcAft>
                <a:buClr>
                  <a:srgbClr val="000000"/>
                </a:buClr>
                <a:buSzPts val="900"/>
                <a:buFont typeface="Arial"/>
                <a:buNone/>
              </a:pPr>
              <a:r>
                <a:rPr i="0" lang="en-US" sz="900" u="none" cap="none" strike="noStrike">
                  <a:solidFill>
                    <a:srgbClr val="000000"/>
                  </a:solidFill>
                  <a:latin typeface="Roboto"/>
                  <a:ea typeface="Roboto"/>
                  <a:cs typeface="Roboto"/>
                  <a:sym typeface="Roboto"/>
                </a:rPr>
                <a:t>Legend1</a:t>
              </a:r>
              <a:endParaRPr sz="900">
                <a:latin typeface="Roboto"/>
                <a:ea typeface="Roboto"/>
                <a:cs typeface="Roboto"/>
                <a:sym typeface="Roboto"/>
              </a:endParaRPr>
            </a:p>
          </p:txBody>
        </p:sp>
        <p:sp>
          <p:nvSpPr>
            <p:cNvPr id="280" name="Google Shape;280;p30"/>
            <p:cNvSpPr/>
            <p:nvPr/>
          </p:nvSpPr>
          <p:spPr>
            <a:xfrm>
              <a:off x="0" y="51382"/>
              <a:ext cx="87735" cy="87736"/>
            </a:xfrm>
            <a:prstGeom prst="ellipse">
              <a:avLst/>
            </a:prstGeom>
            <a:solidFill>
              <a:srgbClr val="832BFB"/>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281" name="Google Shape;281;p30"/>
          <p:cNvGrpSpPr/>
          <p:nvPr/>
        </p:nvGrpSpPr>
        <p:grpSpPr>
          <a:xfrm>
            <a:off x="6033770" y="1013590"/>
            <a:ext cx="579686" cy="152400"/>
            <a:chOff x="0" y="0"/>
            <a:chExt cx="772915" cy="203200"/>
          </a:xfrm>
        </p:grpSpPr>
        <p:sp>
          <p:nvSpPr>
            <p:cNvPr id="282" name="Google Shape;282;p30"/>
            <p:cNvSpPr txBox="1"/>
            <p:nvPr/>
          </p:nvSpPr>
          <p:spPr>
            <a:xfrm>
              <a:off x="134620" y="0"/>
              <a:ext cx="638295" cy="203200"/>
            </a:xfrm>
            <a:prstGeom prst="rect">
              <a:avLst/>
            </a:prstGeom>
            <a:noFill/>
            <a:ln>
              <a:noFill/>
            </a:ln>
          </p:spPr>
          <p:txBody>
            <a:bodyPr anchorCtr="0" anchor="t" bIns="0" lIns="0" spcFirstLastPara="1" rIns="0" wrap="square" tIns="0">
              <a:noAutofit/>
            </a:bodyPr>
            <a:lstStyle/>
            <a:p>
              <a:pPr indent="0" lvl="0" marL="0" marR="0" rtl="0" algn="l">
                <a:lnSpc>
                  <a:spcPct val="266666"/>
                </a:lnSpc>
                <a:spcBef>
                  <a:spcPts val="0"/>
                </a:spcBef>
                <a:spcAft>
                  <a:spcPts val="0"/>
                </a:spcAft>
                <a:buClr>
                  <a:srgbClr val="000000"/>
                </a:buClr>
                <a:buSzPts val="900"/>
                <a:buFont typeface="Arial"/>
                <a:buNone/>
              </a:pPr>
              <a:r>
                <a:rPr i="0" lang="en-US" sz="900" u="none" cap="none" strike="noStrike">
                  <a:solidFill>
                    <a:srgbClr val="000000"/>
                  </a:solidFill>
                  <a:latin typeface="Roboto"/>
                  <a:ea typeface="Roboto"/>
                  <a:cs typeface="Roboto"/>
                  <a:sym typeface="Roboto"/>
                </a:rPr>
                <a:t>Legend2</a:t>
              </a:r>
              <a:endParaRPr sz="900">
                <a:latin typeface="Roboto"/>
                <a:ea typeface="Roboto"/>
                <a:cs typeface="Roboto"/>
                <a:sym typeface="Roboto"/>
              </a:endParaRPr>
            </a:p>
            <a:p>
              <a:pPr indent="0" lvl="0" marL="0" marR="0" rtl="0" algn="l">
                <a:lnSpc>
                  <a:spcPct val="266666"/>
                </a:lnSpc>
                <a:spcBef>
                  <a:spcPts val="0"/>
                </a:spcBef>
                <a:spcAft>
                  <a:spcPts val="0"/>
                </a:spcAft>
                <a:buClr>
                  <a:srgbClr val="000000"/>
                </a:buClr>
                <a:buSzPts val="900"/>
                <a:buFont typeface="Arial"/>
                <a:buNone/>
              </a:pPr>
              <a:r>
                <a:rPr i="0" lang="en-US" sz="900" u="none" cap="none" strike="noStrike">
                  <a:solidFill>
                    <a:srgbClr val="000000"/>
                  </a:solidFill>
                  <a:latin typeface="Roboto"/>
                  <a:ea typeface="Roboto"/>
                  <a:cs typeface="Roboto"/>
                  <a:sym typeface="Roboto"/>
                </a:rPr>
                <a:t>2</a:t>
              </a:r>
              <a:endParaRPr sz="900">
                <a:latin typeface="Roboto"/>
                <a:ea typeface="Roboto"/>
                <a:cs typeface="Roboto"/>
                <a:sym typeface="Roboto"/>
              </a:endParaRPr>
            </a:p>
          </p:txBody>
        </p:sp>
        <p:sp>
          <p:nvSpPr>
            <p:cNvPr id="283" name="Google Shape;283;p30"/>
            <p:cNvSpPr/>
            <p:nvPr/>
          </p:nvSpPr>
          <p:spPr>
            <a:xfrm>
              <a:off x="0" y="51382"/>
              <a:ext cx="87735" cy="87736"/>
            </a:xfrm>
            <a:prstGeom prst="ellipse">
              <a:avLst/>
            </a:prstGeom>
            <a:solidFill>
              <a:srgbClr val="4B68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284" name="Google Shape;284;p30"/>
          <p:cNvGrpSpPr/>
          <p:nvPr/>
        </p:nvGrpSpPr>
        <p:grpSpPr>
          <a:xfrm>
            <a:off x="6764019" y="1013590"/>
            <a:ext cx="579686" cy="152400"/>
            <a:chOff x="0" y="0"/>
            <a:chExt cx="772915" cy="203200"/>
          </a:xfrm>
        </p:grpSpPr>
        <p:sp>
          <p:nvSpPr>
            <p:cNvPr id="285" name="Google Shape;285;p30"/>
            <p:cNvSpPr txBox="1"/>
            <p:nvPr/>
          </p:nvSpPr>
          <p:spPr>
            <a:xfrm>
              <a:off x="134620" y="0"/>
              <a:ext cx="638295" cy="203200"/>
            </a:xfrm>
            <a:prstGeom prst="rect">
              <a:avLst/>
            </a:prstGeom>
            <a:noFill/>
            <a:ln>
              <a:noFill/>
            </a:ln>
          </p:spPr>
          <p:txBody>
            <a:bodyPr anchorCtr="0" anchor="t" bIns="0" lIns="0" spcFirstLastPara="1" rIns="0" wrap="square" tIns="0">
              <a:noAutofit/>
            </a:bodyPr>
            <a:lstStyle/>
            <a:p>
              <a:pPr indent="0" lvl="0" marL="0" marR="0" rtl="0" algn="l">
                <a:lnSpc>
                  <a:spcPct val="266666"/>
                </a:lnSpc>
                <a:spcBef>
                  <a:spcPts val="0"/>
                </a:spcBef>
                <a:spcAft>
                  <a:spcPts val="0"/>
                </a:spcAft>
                <a:buClr>
                  <a:srgbClr val="000000"/>
                </a:buClr>
                <a:buSzPts val="900"/>
                <a:buFont typeface="Arial"/>
                <a:buNone/>
              </a:pPr>
              <a:r>
                <a:rPr i="0" lang="en-US" sz="900" u="none" cap="none" strike="noStrike">
                  <a:solidFill>
                    <a:srgbClr val="000000"/>
                  </a:solidFill>
                  <a:latin typeface="Roboto"/>
                  <a:ea typeface="Roboto"/>
                  <a:cs typeface="Roboto"/>
                  <a:sym typeface="Roboto"/>
                </a:rPr>
                <a:t>Legend3</a:t>
              </a:r>
              <a:endParaRPr sz="900">
                <a:latin typeface="Roboto"/>
                <a:ea typeface="Roboto"/>
                <a:cs typeface="Roboto"/>
                <a:sym typeface="Roboto"/>
              </a:endParaRPr>
            </a:p>
            <a:p>
              <a:pPr indent="0" lvl="0" marL="0" marR="0" rtl="0" algn="l">
                <a:lnSpc>
                  <a:spcPct val="266666"/>
                </a:lnSpc>
                <a:spcBef>
                  <a:spcPts val="0"/>
                </a:spcBef>
                <a:spcAft>
                  <a:spcPts val="0"/>
                </a:spcAft>
                <a:buClr>
                  <a:srgbClr val="000000"/>
                </a:buClr>
                <a:buSzPts val="900"/>
                <a:buFont typeface="Arial"/>
                <a:buNone/>
              </a:pPr>
              <a:r>
                <a:rPr i="0" lang="en-US" sz="900" u="none" cap="none" strike="noStrike">
                  <a:solidFill>
                    <a:srgbClr val="000000"/>
                  </a:solidFill>
                  <a:latin typeface="Roboto"/>
                  <a:ea typeface="Roboto"/>
                  <a:cs typeface="Roboto"/>
                  <a:sym typeface="Roboto"/>
                </a:rPr>
                <a:t>2</a:t>
              </a:r>
              <a:endParaRPr sz="900">
                <a:latin typeface="Roboto"/>
                <a:ea typeface="Roboto"/>
                <a:cs typeface="Roboto"/>
                <a:sym typeface="Roboto"/>
              </a:endParaRPr>
            </a:p>
          </p:txBody>
        </p:sp>
        <p:sp>
          <p:nvSpPr>
            <p:cNvPr id="286" name="Google Shape;286;p30"/>
            <p:cNvSpPr/>
            <p:nvPr/>
          </p:nvSpPr>
          <p:spPr>
            <a:xfrm>
              <a:off x="0" y="51382"/>
              <a:ext cx="87735" cy="87736"/>
            </a:xfrm>
            <a:prstGeom prst="ellipse">
              <a:avLst/>
            </a:prstGeom>
            <a:solidFill>
              <a:srgbClr val="0F9A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
        <p:nvSpPr>
          <p:cNvPr id="287" name="Google Shape;287;p30"/>
          <p:cNvSpPr txBox="1"/>
          <p:nvPr/>
        </p:nvSpPr>
        <p:spPr>
          <a:xfrm>
            <a:off x="4081315" y="4148826"/>
            <a:ext cx="151500" cy="152400"/>
          </a:xfrm>
          <a:prstGeom prst="rect">
            <a:avLst/>
          </a:prstGeom>
          <a:noFill/>
          <a:ln>
            <a:noFill/>
          </a:ln>
        </p:spPr>
        <p:txBody>
          <a:bodyPr anchorCtr="0" anchor="t" bIns="0" lIns="0" spcFirstLastPara="1" rIns="0" wrap="square" tIns="0">
            <a:noAutofit/>
          </a:bodyPr>
          <a:lstStyle/>
          <a:p>
            <a:pPr indent="0" lvl="0" marL="0" marR="0" rtl="0" algn="r">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0</a:t>
            </a:r>
            <a:endParaRPr sz="900">
              <a:solidFill>
                <a:srgbClr val="666666"/>
              </a:solidFill>
              <a:latin typeface="Roboto"/>
              <a:ea typeface="Roboto"/>
              <a:cs typeface="Roboto"/>
              <a:sym typeface="Roboto"/>
            </a:endParaRPr>
          </a:p>
        </p:txBody>
      </p:sp>
      <p:grpSp>
        <p:nvGrpSpPr>
          <p:cNvPr id="288" name="Google Shape;288;p30"/>
          <p:cNvGrpSpPr/>
          <p:nvPr/>
        </p:nvGrpSpPr>
        <p:grpSpPr>
          <a:xfrm>
            <a:off x="4329232" y="1367526"/>
            <a:ext cx="4163032" cy="2838451"/>
            <a:chOff x="0" y="0"/>
            <a:chExt cx="5550709" cy="3784601"/>
          </a:xfrm>
        </p:grpSpPr>
        <p:cxnSp>
          <p:nvCxnSpPr>
            <p:cNvPr id="289" name="Google Shape;289;p30"/>
            <p:cNvCxnSpPr/>
            <p:nvPr/>
          </p:nvCxnSpPr>
          <p:spPr>
            <a:xfrm>
              <a:off x="0" y="3784600"/>
              <a:ext cx="5550709" cy="1"/>
            </a:xfrm>
            <a:prstGeom prst="straightConnector1">
              <a:avLst/>
            </a:prstGeom>
            <a:noFill/>
            <a:ln cap="flat" cmpd="sng" w="9525">
              <a:solidFill>
                <a:srgbClr val="D5D5D5">
                  <a:alpha val="80000"/>
                </a:srgbClr>
              </a:solidFill>
              <a:prstDash val="solid"/>
              <a:miter lim="400000"/>
              <a:headEnd len="sm" w="sm" type="none"/>
              <a:tailEnd len="sm" w="sm" type="none"/>
            </a:ln>
          </p:spPr>
        </p:cxnSp>
        <p:cxnSp>
          <p:nvCxnSpPr>
            <p:cNvPr id="290" name="Google Shape;290;p30"/>
            <p:cNvCxnSpPr/>
            <p:nvPr/>
          </p:nvCxnSpPr>
          <p:spPr>
            <a:xfrm>
              <a:off x="0" y="3158067"/>
              <a:ext cx="5550709" cy="1"/>
            </a:xfrm>
            <a:prstGeom prst="straightConnector1">
              <a:avLst/>
            </a:prstGeom>
            <a:noFill/>
            <a:ln cap="flat" cmpd="sng" w="9525">
              <a:solidFill>
                <a:srgbClr val="D5D5D5">
                  <a:alpha val="69803"/>
                </a:srgbClr>
              </a:solidFill>
              <a:prstDash val="solid"/>
              <a:miter lim="400000"/>
              <a:headEnd len="sm" w="sm" type="none"/>
              <a:tailEnd len="sm" w="sm" type="none"/>
            </a:ln>
          </p:spPr>
        </p:cxnSp>
        <p:cxnSp>
          <p:nvCxnSpPr>
            <p:cNvPr id="291" name="Google Shape;291;p30"/>
            <p:cNvCxnSpPr/>
            <p:nvPr/>
          </p:nvCxnSpPr>
          <p:spPr>
            <a:xfrm>
              <a:off x="0" y="2531533"/>
              <a:ext cx="5550709" cy="1"/>
            </a:xfrm>
            <a:prstGeom prst="straightConnector1">
              <a:avLst/>
            </a:prstGeom>
            <a:noFill/>
            <a:ln cap="flat" cmpd="sng" w="9525">
              <a:solidFill>
                <a:srgbClr val="D5D5D5">
                  <a:alpha val="69803"/>
                </a:srgbClr>
              </a:solidFill>
              <a:prstDash val="solid"/>
              <a:miter lim="400000"/>
              <a:headEnd len="sm" w="sm" type="none"/>
              <a:tailEnd len="sm" w="sm" type="none"/>
            </a:ln>
          </p:spPr>
        </p:cxnSp>
        <p:cxnSp>
          <p:nvCxnSpPr>
            <p:cNvPr id="292" name="Google Shape;292;p30"/>
            <p:cNvCxnSpPr/>
            <p:nvPr/>
          </p:nvCxnSpPr>
          <p:spPr>
            <a:xfrm>
              <a:off x="0" y="1905000"/>
              <a:ext cx="5550709" cy="1"/>
            </a:xfrm>
            <a:prstGeom prst="straightConnector1">
              <a:avLst/>
            </a:prstGeom>
            <a:noFill/>
            <a:ln cap="flat" cmpd="sng" w="9525">
              <a:solidFill>
                <a:srgbClr val="D5D5D5">
                  <a:alpha val="69803"/>
                </a:srgbClr>
              </a:solidFill>
              <a:prstDash val="solid"/>
              <a:miter lim="400000"/>
              <a:headEnd len="sm" w="sm" type="none"/>
              <a:tailEnd len="sm" w="sm" type="none"/>
            </a:ln>
          </p:spPr>
        </p:cxnSp>
        <p:cxnSp>
          <p:nvCxnSpPr>
            <p:cNvPr id="293" name="Google Shape;293;p30"/>
            <p:cNvCxnSpPr/>
            <p:nvPr/>
          </p:nvCxnSpPr>
          <p:spPr>
            <a:xfrm>
              <a:off x="0" y="1265766"/>
              <a:ext cx="5550709" cy="1"/>
            </a:xfrm>
            <a:prstGeom prst="straightConnector1">
              <a:avLst/>
            </a:prstGeom>
            <a:noFill/>
            <a:ln cap="flat" cmpd="sng" w="9525">
              <a:solidFill>
                <a:srgbClr val="D5D5D5">
                  <a:alpha val="69803"/>
                </a:srgbClr>
              </a:solidFill>
              <a:prstDash val="solid"/>
              <a:miter lim="400000"/>
              <a:headEnd len="sm" w="sm" type="none"/>
              <a:tailEnd len="sm" w="sm" type="none"/>
            </a:ln>
          </p:spPr>
        </p:cxnSp>
        <p:cxnSp>
          <p:nvCxnSpPr>
            <p:cNvPr id="294" name="Google Shape;294;p30"/>
            <p:cNvCxnSpPr/>
            <p:nvPr/>
          </p:nvCxnSpPr>
          <p:spPr>
            <a:xfrm>
              <a:off x="0" y="639233"/>
              <a:ext cx="5550709" cy="1"/>
            </a:xfrm>
            <a:prstGeom prst="straightConnector1">
              <a:avLst/>
            </a:prstGeom>
            <a:noFill/>
            <a:ln cap="flat" cmpd="sng" w="9525">
              <a:solidFill>
                <a:srgbClr val="D5D5D5">
                  <a:alpha val="69803"/>
                </a:srgbClr>
              </a:solidFill>
              <a:prstDash val="solid"/>
              <a:miter lim="400000"/>
              <a:headEnd len="sm" w="sm" type="none"/>
              <a:tailEnd len="sm" w="sm" type="none"/>
            </a:ln>
          </p:spPr>
        </p:cxnSp>
        <p:cxnSp>
          <p:nvCxnSpPr>
            <p:cNvPr id="295" name="Google Shape;295;p30"/>
            <p:cNvCxnSpPr/>
            <p:nvPr/>
          </p:nvCxnSpPr>
          <p:spPr>
            <a:xfrm>
              <a:off x="0" y="0"/>
              <a:ext cx="5550709" cy="0"/>
            </a:xfrm>
            <a:prstGeom prst="straightConnector1">
              <a:avLst/>
            </a:prstGeom>
            <a:noFill/>
            <a:ln cap="flat" cmpd="sng" w="9525">
              <a:solidFill>
                <a:srgbClr val="DDDDDD">
                  <a:alpha val="69803"/>
                </a:srgbClr>
              </a:solidFill>
              <a:prstDash val="solid"/>
              <a:miter lim="400000"/>
              <a:headEnd len="sm" w="sm" type="none"/>
              <a:tailEnd len="sm" w="sm" type="none"/>
            </a:ln>
          </p:spPr>
        </p:cxnSp>
      </p:grpSp>
      <p:sp>
        <p:nvSpPr>
          <p:cNvPr id="296" name="Google Shape;296;p30"/>
          <p:cNvSpPr txBox="1"/>
          <p:nvPr/>
        </p:nvSpPr>
        <p:spPr>
          <a:xfrm>
            <a:off x="4081315" y="3659876"/>
            <a:ext cx="151500" cy="152400"/>
          </a:xfrm>
          <a:prstGeom prst="rect">
            <a:avLst/>
          </a:prstGeom>
          <a:noFill/>
          <a:ln>
            <a:noFill/>
          </a:ln>
        </p:spPr>
        <p:txBody>
          <a:bodyPr anchorCtr="0" anchor="t" bIns="0" lIns="0" spcFirstLastPara="1" rIns="0" wrap="square" tIns="0">
            <a:noAutofit/>
          </a:bodyPr>
          <a:lstStyle/>
          <a:p>
            <a:pPr indent="0" lvl="0" marL="0" marR="0" rtl="0" algn="r">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1</a:t>
            </a:r>
            <a:endParaRPr sz="900">
              <a:solidFill>
                <a:srgbClr val="666666"/>
              </a:solidFill>
              <a:latin typeface="Roboto"/>
              <a:ea typeface="Roboto"/>
              <a:cs typeface="Roboto"/>
              <a:sym typeface="Roboto"/>
            </a:endParaRPr>
          </a:p>
        </p:txBody>
      </p:sp>
      <p:sp>
        <p:nvSpPr>
          <p:cNvPr id="297" name="Google Shape;297;p30"/>
          <p:cNvSpPr txBox="1"/>
          <p:nvPr/>
        </p:nvSpPr>
        <p:spPr>
          <a:xfrm>
            <a:off x="4081315" y="3189977"/>
            <a:ext cx="151500" cy="152400"/>
          </a:xfrm>
          <a:prstGeom prst="rect">
            <a:avLst/>
          </a:prstGeom>
          <a:noFill/>
          <a:ln>
            <a:noFill/>
          </a:ln>
        </p:spPr>
        <p:txBody>
          <a:bodyPr anchorCtr="0" anchor="t" bIns="0" lIns="0" spcFirstLastPara="1" rIns="0" wrap="square" tIns="0">
            <a:noAutofit/>
          </a:bodyPr>
          <a:lstStyle/>
          <a:p>
            <a:pPr indent="0" lvl="0" marL="0" marR="0" rtl="0" algn="r">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2</a:t>
            </a:r>
            <a:endParaRPr sz="900">
              <a:solidFill>
                <a:srgbClr val="666666"/>
              </a:solidFill>
              <a:latin typeface="Roboto"/>
              <a:ea typeface="Roboto"/>
              <a:cs typeface="Roboto"/>
              <a:sym typeface="Roboto"/>
            </a:endParaRPr>
          </a:p>
        </p:txBody>
      </p:sp>
      <p:sp>
        <p:nvSpPr>
          <p:cNvPr id="298" name="Google Shape;298;p30"/>
          <p:cNvSpPr txBox="1"/>
          <p:nvPr/>
        </p:nvSpPr>
        <p:spPr>
          <a:xfrm>
            <a:off x="4081315" y="2720076"/>
            <a:ext cx="151500" cy="152400"/>
          </a:xfrm>
          <a:prstGeom prst="rect">
            <a:avLst/>
          </a:prstGeom>
          <a:noFill/>
          <a:ln>
            <a:noFill/>
          </a:ln>
        </p:spPr>
        <p:txBody>
          <a:bodyPr anchorCtr="0" anchor="t" bIns="0" lIns="0" spcFirstLastPara="1" rIns="0" wrap="square" tIns="0">
            <a:noAutofit/>
          </a:bodyPr>
          <a:lstStyle/>
          <a:p>
            <a:pPr indent="0" lvl="0" marL="0" marR="0" rtl="0" algn="r">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3</a:t>
            </a:r>
            <a:endParaRPr sz="900">
              <a:solidFill>
                <a:srgbClr val="666666"/>
              </a:solidFill>
              <a:latin typeface="Roboto"/>
              <a:ea typeface="Roboto"/>
              <a:cs typeface="Roboto"/>
              <a:sym typeface="Roboto"/>
            </a:endParaRPr>
          </a:p>
        </p:txBody>
      </p:sp>
      <p:sp>
        <p:nvSpPr>
          <p:cNvPr id="299" name="Google Shape;299;p30"/>
          <p:cNvSpPr txBox="1"/>
          <p:nvPr/>
        </p:nvSpPr>
        <p:spPr>
          <a:xfrm>
            <a:off x="4081315" y="2250176"/>
            <a:ext cx="151500" cy="152400"/>
          </a:xfrm>
          <a:prstGeom prst="rect">
            <a:avLst/>
          </a:prstGeom>
          <a:noFill/>
          <a:ln>
            <a:noFill/>
          </a:ln>
        </p:spPr>
        <p:txBody>
          <a:bodyPr anchorCtr="0" anchor="t" bIns="0" lIns="0" spcFirstLastPara="1" rIns="0" wrap="square" tIns="0">
            <a:noAutofit/>
          </a:bodyPr>
          <a:lstStyle/>
          <a:p>
            <a:pPr indent="0" lvl="0" marL="0" marR="0" rtl="0" algn="r">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4</a:t>
            </a:r>
            <a:endParaRPr sz="900">
              <a:solidFill>
                <a:srgbClr val="666666"/>
              </a:solidFill>
              <a:latin typeface="Roboto"/>
              <a:ea typeface="Roboto"/>
              <a:cs typeface="Roboto"/>
              <a:sym typeface="Roboto"/>
            </a:endParaRPr>
          </a:p>
        </p:txBody>
      </p:sp>
      <p:sp>
        <p:nvSpPr>
          <p:cNvPr id="300" name="Google Shape;300;p30"/>
          <p:cNvSpPr txBox="1"/>
          <p:nvPr/>
        </p:nvSpPr>
        <p:spPr>
          <a:xfrm>
            <a:off x="4081315" y="1780276"/>
            <a:ext cx="151500" cy="152400"/>
          </a:xfrm>
          <a:prstGeom prst="rect">
            <a:avLst/>
          </a:prstGeom>
          <a:noFill/>
          <a:ln>
            <a:noFill/>
          </a:ln>
        </p:spPr>
        <p:txBody>
          <a:bodyPr anchorCtr="0" anchor="t" bIns="0" lIns="0" spcFirstLastPara="1" rIns="0" wrap="square" tIns="0">
            <a:noAutofit/>
          </a:bodyPr>
          <a:lstStyle/>
          <a:p>
            <a:pPr indent="0" lvl="0" marL="0" marR="0" rtl="0" algn="r">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5</a:t>
            </a:r>
            <a:endParaRPr sz="900">
              <a:solidFill>
                <a:srgbClr val="666666"/>
              </a:solidFill>
              <a:latin typeface="Roboto"/>
              <a:ea typeface="Roboto"/>
              <a:cs typeface="Roboto"/>
              <a:sym typeface="Roboto"/>
            </a:endParaRPr>
          </a:p>
        </p:txBody>
      </p:sp>
      <p:sp>
        <p:nvSpPr>
          <p:cNvPr id="301" name="Google Shape;301;p30"/>
          <p:cNvSpPr txBox="1"/>
          <p:nvPr/>
        </p:nvSpPr>
        <p:spPr>
          <a:xfrm>
            <a:off x="4081315" y="1291326"/>
            <a:ext cx="151500" cy="152400"/>
          </a:xfrm>
          <a:prstGeom prst="rect">
            <a:avLst/>
          </a:prstGeom>
          <a:noFill/>
          <a:ln>
            <a:noFill/>
          </a:ln>
        </p:spPr>
        <p:txBody>
          <a:bodyPr anchorCtr="0" anchor="t" bIns="0" lIns="0" spcFirstLastPara="1" rIns="0" wrap="square" tIns="0">
            <a:noAutofit/>
          </a:bodyPr>
          <a:lstStyle/>
          <a:p>
            <a:pPr indent="0" lvl="0" marL="0" marR="0" rtl="0" algn="r">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6</a:t>
            </a:r>
            <a:endParaRPr sz="900">
              <a:solidFill>
                <a:srgbClr val="666666"/>
              </a:solidFill>
              <a:latin typeface="Roboto"/>
              <a:ea typeface="Roboto"/>
              <a:cs typeface="Roboto"/>
              <a:sym typeface="Roboto"/>
            </a:endParaRPr>
          </a:p>
        </p:txBody>
      </p:sp>
      <p:sp>
        <p:nvSpPr>
          <p:cNvPr id="302" name="Google Shape;302;p30"/>
          <p:cNvSpPr txBox="1"/>
          <p:nvPr/>
        </p:nvSpPr>
        <p:spPr>
          <a:xfrm>
            <a:off x="4750434" y="4313926"/>
            <a:ext cx="377756" cy="152401"/>
          </a:xfrm>
          <a:prstGeom prst="rect">
            <a:avLst/>
          </a:prstGeom>
          <a:noFill/>
          <a:ln>
            <a:noFill/>
          </a:ln>
        </p:spPr>
        <p:txBody>
          <a:bodyPr anchorCtr="0" anchor="t" bIns="0" lIns="0" spcFirstLastPara="1" rIns="0" wrap="square" tIns="0">
            <a:noAutofit/>
          </a:bodyPr>
          <a:lstStyle/>
          <a:p>
            <a:pPr indent="0" lvl="0" marL="0" marR="0" rtl="0" algn="l">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Label1</a:t>
            </a:r>
            <a:endParaRPr sz="900">
              <a:solidFill>
                <a:srgbClr val="666666"/>
              </a:solidFill>
              <a:latin typeface="Roboto"/>
              <a:ea typeface="Roboto"/>
              <a:cs typeface="Roboto"/>
              <a:sym typeface="Roboto"/>
            </a:endParaRPr>
          </a:p>
        </p:txBody>
      </p:sp>
      <p:grpSp>
        <p:nvGrpSpPr>
          <p:cNvPr id="303" name="Google Shape;303;p30"/>
          <p:cNvGrpSpPr/>
          <p:nvPr/>
        </p:nvGrpSpPr>
        <p:grpSpPr>
          <a:xfrm>
            <a:off x="4622799" y="2069906"/>
            <a:ext cx="613977" cy="2139053"/>
            <a:chOff x="0" y="0"/>
            <a:chExt cx="818634" cy="2852070"/>
          </a:xfrm>
        </p:grpSpPr>
        <p:sp>
          <p:nvSpPr>
            <p:cNvPr id="304" name="Google Shape;304;p30"/>
            <p:cNvSpPr/>
            <p:nvPr/>
          </p:nvSpPr>
          <p:spPr>
            <a:xfrm>
              <a:off x="0" y="194991"/>
              <a:ext cx="254786" cy="2657079"/>
            </a:xfrm>
            <a:prstGeom prst="rect">
              <a:avLst/>
            </a:prstGeom>
            <a:solidFill>
              <a:srgbClr val="832BFB"/>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05" name="Google Shape;305;p30"/>
            <p:cNvSpPr/>
            <p:nvPr/>
          </p:nvSpPr>
          <p:spPr>
            <a:xfrm>
              <a:off x="281923" y="840905"/>
              <a:ext cx="254787" cy="2011165"/>
            </a:xfrm>
            <a:prstGeom prst="rect">
              <a:avLst/>
            </a:prstGeom>
            <a:solidFill>
              <a:srgbClr val="4B68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06" name="Google Shape;306;p30"/>
            <p:cNvSpPr/>
            <p:nvPr/>
          </p:nvSpPr>
          <p:spPr>
            <a:xfrm>
              <a:off x="563848" y="1996076"/>
              <a:ext cx="254786" cy="855994"/>
            </a:xfrm>
            <a:prstGeom prst="rect">
              <a:avLst/>
            </a:prstGeom>
            <a:solidFill>
              <a:srgbClr val="0F9A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07" name="Google Shape;307;p30"/>
            <p:cNvSpPr txBox="1"/>
            <p:nvPr/>
          </p:nvSpPr>
          <p:spPr>
            <a:xfrm>
              <a:off x="0" y="0"/>
              <a:ext cx="254786" cy="203200"/>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4.2</a:t>
              </a:r>
              <a:endParaRPr b="1" sz="900">
                <a:latin typeface="Roboto"/>
                <a:ea typeface="Roboto"/>
                <a:cs typeface="Roboto"/>
                <a:sym typeface="Roboto"/>
              </a:endParaRPr>
            </a:p>
          </p:txBody>
        </p:sp>
        <p:sp>
          <p:nvSpPr>
            <p:cNvPr id="308" name="Google Shape;308;p30"/>
            <p:cNvSpPr txBox="1"/>
            <p:nvPr/>
          </p:nvSpPr>
          <p:spPr>
            <a:xfrm>
              <a:off x="281923" y="626533"/>
              <a:ext cx="254787" cy="203201"/>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3.2</a:t>
              </a:r>
              <a:endParaRPr b="1" sz="900">
                <a:latin typeface="Roboto"/>
                <a:ea typeface="Roboto"/>
                <a:cs typeface="Roboto"/>
                <a:sym typeface="Roboto"/>
              </a:endParaRPr>
            </a:p>
          </p:txBody>
        </p:sp>
        <p:sp>
          <p:nvSpPr>
            <p:cNvPr id="309" name="Google Shape;309;p30"/>
            <p:cNvSpPr txBox="1"/>
            <p:nvPr/>
          </p:nvSpPr>
          <p:spPr>
            <a:xfrm>
              <a:off x="563848" y="1790230"/>
              <a:ext cx="254786" cy="203201"/>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1.4</a:t>
              </a:r>
              <a:endParaRPr b="1" sz="900">
                <a:latin typeface="Roboto"/>
                <a:ea typeface="Roboto"/>
                <a:cs typeface="Roboto"/>
                <a:sym typeface="Roboto"/>
              </a:endParaRPr>
            </a:p>
          </p:txBody>
        </p:sp>
      </p:grpSp>
      <p:sp>
        <p:nvSpPr>
          <p:cNvPr id="310" name="Google Shape;310;p30"/>
          <p:cNvSpPr txBox="1"/>
          <p:nvPr/>
        </p:nvSpPr>
        <p:spPr>
          <a:xfrm>
            <a:off x="5740046" y="4313926"/>
            <a:ext cx="377756" cy="152401"/>
          </a:xfrm>
          <a:prstGeom prst="rect">
            <a:avLst/>
          </a:prstGeom>
          <a:noFill/>
          <a:ln>
            <a:noFill/>
          </a:ln>
        </p:spPr>
        <p:txBody>
          <a:bodyPr anchorCtr="0" anchor="t" bIns="0" lIns="0" spcFirstLastPara="1" rIns="0" wrap="square" tIns="0">
            <a:noAutofit/>
          </a:bodyPr>
          <a:lstStyle/>
          <a:p>
            <a:pPr indent="0" lvl="0" marL="0" marR="0" rtl="0" algn="l">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Label2</a:t>
            </a:r>
            <a:endParaRPr sz="900">
              <a:solidFill>
                <a:srgbClr val="666666"/>
              </a:solidFill>
              <a:latin typeface="Roboto"/>
              <a:ea typeface="Roboto"/>
              <a:cs typeface="Roboto"/>
              <a:sym typeface="Roboto"/>
            </a:endParaRPr>
          </a:p>
        </p:txBody>
      </p:sp>
      <p:grpSp>
        <p:nvGrpSpPr>
          <p:cNvPr id="311" name="Google Shape;311;p30"/>
          <p:cNvGrpSpPr/>
          <p:nvPr/>
        </p:nvGrpSpPr>
        <p:grpSpPr>
          <a:xfrm>
            <a:off x="5612411" y="2069906"/>
            <a:ext cx="613977" cy="2139053"/>
            <a:chOff x="0" y="0"/>
            <a:chExt cx="818634" cy="2852070"/>
          </a:xfrm>
        </p:grpSpPr>
        <p:sp>
          <p:nvSpPr>
            <p:cNvPr id="312" name="Google Shape;312;p30"/>
            <p:cNvSpPr/>
            <p:nvPr/>
          </p:nvSpPr>
          <p:spPr>
            <a:xfrm>
              <a:off x="0" y="194991"/>
              <a:ext cx="254786" cy="2657079"/>
            </a:xfrm>
            <a:prstGeom prst="rect">
              <a:avLst/>
            </a:prstGeom>
            <a:solidFill>
              <a:srgbClr val="832BFB"/>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13" name="Google Shape;313;p30"/>
            <p:cNvSpPr/>
            <p:nvPr/>
          </p:nvSpPr>
          <p:spPr>
            <a:xfrm>
              <a:off x="281923" y="840905"/>
              <a:ext cx="254787" cy="2011165"/>
            </a:xfrm>
            <a:prstGeom prst="rect">
              <a:avLst/>
            </a:prstGeom>
            <a:solidFill>
              <a:srgbClr val="4B68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14" name="Google Shape;314;p30"/>
            <p:cNvSpPr/>
            <p:nvPr/>
          </p:nvSpPr>
          <p:spPr>
            <a:xfrm>
              <a:off x="563848" y="1643981"/>
              <a:ext cx="254786" cy="1208089"/>
            </a:xfrm>
            <a:prstGeom prst="rect">
              <a:avLst/>
            </a:prstGeom>
            <a:solidFill>
              <a:srgbClr val="0F9A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15" name="Google Shape;315;p30"/>
            <p:cNvSpPr txBox="1"/>
            <p:nvPr/>
          </p:nvSpPr>
          <p:spPr>
            <a:xfrm>
              <a:off x="0" y="0"/>
              <a:ext cx="254786" cy="203200"/>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4.2</a:t>
              </a:r>
              <a:endParaRPr b="1" sz="900">
                <a:latin typeface="Roboto"/>
                <a:ea typeface="Roboto"/>
                <a:cs typeface="Roboto"/>
                <a:sym typeface="Roboto"/>
              </a:endParaRPr>
            </a:p>
          </p:txBody>
        </p:sp>
        <p:sp>
          <p:nvSpPr>
            <p:cNvPr id="316" name="Google Shape;316;p30"/>
            <p:cNvSpPr txBox="1"/>
            <p:nvPr/>
          </p:nvSpPr>
          <p:spPr>
            <a:xfrm>
              <a:off x="281923" y="626533"/>
              <a:ext cx="254787" cy="203201"/>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3.2</a:t>
              </a:r>
              <a:endParaRPr b="1" sz="900">
                <a:latin typeface="Roboto"/>
                <a:ea typeface="Roboto"/>
                <a:cs typeface="Roboto"/>
                <a:sym typeface="Roboto"/>
              </a:endParaRPr>
            </a:p>
          </p:txBody>
        </p:sp>
        <p:sp>
          <p:nvSpPr>
            <p:cNvPr id="317" name="Google Shape;317;p30"/>
            <p:cNvSpPr txBox="1"/>
            <p:nvPr/>
          </p:nvSpPr>
          <p:spPr>
            <a:xfrm>
              <a:off x="563848" y="1421930"/>
              <a:ext cx="254786" cy="203201"/>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1.4</a:t>
              </a:r>
              <a:endParaRPr b="1" sz="900">
                <a:latin typeface="Roboto"/>
                <a:ea typeface="Roboto"/>
                <a:cs typeface="Roboto"/>
                <a:sym typeface="Roboto"/>
              </a:endParaRPr>
            </a:p>
          </p:txBody>
        </p:sp>
      </p:grpSp>
      <p:sp>
        <p:nvSpPr>
          <p:cNvPr id="318" name="Google Shape;318;p30"/>
          <p:cNvSpPr txBox="1"/>
          <p:nvPr/>
        </p:nvSpPr>
        <p:spPr>
          <a:xfrm>
            <a:off x="6729691" y="4314141"/>
            <a:ext cx="377756" cy="152401"/>
          </a:xfrm>
          <a:prstGeom prst="rect">
            <a:avLst/>
          </a:prstGeom>
          <a:noFill/>
          <a:ln>
            <a:noFill/>
          </a:ln>
        </p:spPr>
        <p:txBody>
          <a:bodyPr anchorCtr="0" anchor="t" bIns="0" lIns="0" spcFirstLastPara="1" rIns="0" wrap="square" tIns="0">
            <a:noAutofit/>
          </a:bodyPr>
          <a:lstStyle/>
          <a:p>
            <a:pPr indent="0" lvl="0" marL="0" marR="0" rtl="0" algn="l">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Label3</a:t>
            </a:r>
            <a:endParaRPr sz="900">
              <a:solidFill>
                <a:srgbClr val="666666"/>
              </a:solidFill>
              <a:latin typeface="Roboto"/>
              <a:ea typeface="Roboto"/>
              <a:cs typeface="Roboto"/>
              <a:sym typeface="Roboto"/>
            </a:endParaRPr>
          </a:p>
        </p:txBody>
      </p:sp>
      <p:grpSp>
        <p:nvGrpSpPr>
          <p:cNvPr id="319" name="Google Shape;319;p30"/>
          <p:cNvGrpSpPr/>
          <p:nvPr/>
        </p:nvGrpSpPr>
        <p:grpSpPr>
          <a:xfrm>
            <a:off x="6602056" y="1511320"/>
            <a:ext cx="613977" cy="2697854"/>
            <a:chOff x="0" y="0"/>
            <a:chExt cx="818634" cy="3597137"/>
          </a:xfrm>
        </p:grpSpPr>
        <p:sp>
          <p:nvSpPr>
            <p:cNvPr id="320" name="Google Shape;320;p30"/>
            <p:cNvSpPr/>
            <p:nvPr/>
          </p:nvSpPr>
          <p:spPr>
            <a:xfrm>
              <a:off x="0" y="220953"/>
              <a:ext cx="254786" cy="3376183"/>
            </a:xfrm>
            <a:prstGeom prst="rect">
              <a:avLst/>
            </a:prstGeom>
            <a:solidFill>
              <a:srgbClr val="832BFB"/>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21" name="Google Shape;321;p30"/>
            <p:cNvSpPr/>
            <p:nvPr/>
          </p:nvSpPr>
          <p:spPr>
            <a:xfrm>
              <a:off x="281923" y="1585971"/>
              <a:ext cx="254787" cy="2011166"/>
            </a:xfrm>
            <a:prstGeom prst="rect">
              <a:avLst/>
            </a:prstGeom>
            <a:solidFill>
              <a:srgbClr val="4B68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22" name="Google Shape;322;p30"/>
            <p:cNvSpPr/>
            <p:nvPr/>
          </p:nvSpPr>
          <p:spPr>
            <a:xfrm>
              <a:off x="563848" y="2741142"/>
              <a:ext cx="254786" cy="855995"/>
            </a:xfrm>
            <a:prstGeom prst="rect">
              <a:avLst/>
            </a:prstGeom>
            <a:solidFill>
              <a:srgbClr val="0F9A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23" name="Google Shape;323;p30"/>
            <p:cNvSpPr txBox="1"/>
            <p:nvPr/>
          </p:nvSpPr>
          <p:spPr>
            <a:xfrm>
              <a:off x="0" y="0"/>
              <a:ext cx="254786" cy="203200"/>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4.2</a:t>
              </a:r>
              <a:endParaRPr b="1" sz="900">
                <a:latin typeface="Roboto"/>
                <a:ea typeface="Roboto"/>
                <a:cs typeface="Roboto"/>
                <a:sym typeface="Roboto"/>
              </a:endParaRPr>
            </a:p>
          </p:txBody>
        </p:sp>
        <p:sp>
          <p:nvSpPr>
            <p:cNvPr id="324" name="Google Shape;324;p30"/>
            <p:cNvSpPr txBox="1"/>
            <p:nvPr/>
          </p:nvSpPr>
          <p:spPr>
            <a:xfrm>
              <a:off x="281923" y="1371600"/>
              <a:ext cx="254787" cy="203201"/>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3.2</a:t>
              </a:r>
              <a:endParaRPr b="1" sz="900">
                <a:latin typeface="Roboto"/>
                <a:ea typeface="Roboto"/>
                <a:cs typeface="Roboto"/>
                <a:sym typeface="Roboto"/>
              </a:endParaRPr>
            </a:p>
          </p:txBody>
        </p:sp>
        <p:sp>
          <p:nvSpPr>
            <p:cNvPr id="325" name="Google Shape;325;p30"/>
            <p:cNvSpPr txBox="1"/>
            <p:nvPr/>
          </p:nvSpPr>
          <p:spPr>
            <a:xfrm>
              <a:off x="563848" y="2535296"/>
              <a:ext cx="254786" cy="203201"/>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1.4</a:t>
              </a:r>
              <a:endParaRPr b="1" sz="900">
                <a:latin typeface="Roboto"/>
                <a:ea typeface="Roboto"/>
                <a:cs typeface="Roboto"/>
                <a:sym typeface="Roboto"/>
              </a:endParaRPr>
            </a:p>
          </p:txBody>
        </p:sp>
      </p:grpSp>
      <p:sp>
        <p:nvSpPr>
          <p:cNvPr id="326" name="Google Shape;326;p30"/>
          <p:cNvSpPr txBox="1"/>
          <p:nvPr/>
        </p:nvSpPr>
        <p:spPr>
          <a:xfrm>
            <a:off x="7719304" y="4314141"/>
            <a:ext cx="377756" cy="152401"/>
          </a:xfrm>
          <a:prstGeom prst="rect">
            <a:avLst/>
          </a:prstGeom>
          <a:noFill/>
          <a:ln>
            <a:noFill/>
          </a:ln>
        </p:spPr>
        <p:txBody>
          <a:bodyPr anchorCtr="0" anchor="t" bIns="0" lIns="0" spcFirstLastPara="1" rIns="0" wrap="square" tIns="0">
            <a:noAutofit/>
          </a:bodyPr>
          <a:lstStyle/>
          <a:p>
            <a:pPr indent="0" lvl="0" marL="0" marR="0" rtl="0" algn="l">
              <a:lnSpc>
                <a:spcPct val="266666"/>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Label4</a:t>
            </a:r>
            <a:endParaRPr sz="900">
              <a:latin typeface="Roboto"/>
              <a:ea typeface="Roboto"/>
              <a:cs typeface="Roboto"/>
              <a:sym typeface="Roboto"/>
            </a:endParaRPr>
          </a:p>
        </p:txBody>
      </p:sp>
      <p:grpSp>
        <p:nvGrpSpPr>
          <p:cNvPr id="327" name="Google Shape;327;p30"/>
          <p:cNvGrpSpPr/>
          <p:nvPr/>
        </p:nvGrpSpPr>
        <p:grpSpPr>
          <a:xfrm>
            <a:off x="7591669" y="2070121"/>
            <a:ext cx="613977" cy="2139053"/>
            <a:chOff x="0" y="0"/>
            <a:chExt cx="818634" cy="2852070"/>
          </a:xfrm>
        </p:grpSpPr>
        <p:sp>
          <p:nvSpPr>
            <p:cNvPr id="328" name="Google Shape;328;p30"/>
            <p:cNvSpPr/>
            <p:nvPr/>
          </p:nvSpPr>
          <p:spPr>
            <a:xfrm>
              <a:off x="0" y="194991"/>
              <a:ext cx="254786" cy="2657079"/>
            </a:xfrm>
            <a:prstGeom prst="rect">
              <a:avLst/>
            </a:prstGeom>
            <a:solidFill>
              <a:srgbClr val="832BFB"/>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29" name="Google Shape;329;p30"/>
            <p:cNvSpPr/>
            <p:nvPr/>
          </p:nvSpPr>
          <p:spPr>
            <a:xfrm>
              <a:off x="281923" y="840905"/>
              <a:ext cx="254787" cy="2011165"/>
            </a:xfrm>
            <a:prstGeom prst="rect">
              <a:avLst/>
            </a:prstGeom>
            <a:solidFill>
              <a:srgbClr val="4B68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30" name="Google Shape;330;p30"/>
            <p:cNvSpPr/>
            <p:nvPr/>
          </p:nvSpPr>
          <p:spPr>
            <a:xfrm>
              <a:off x="563848" y="1643981"/>
              <a:ext cx="254786" cy="1208089"/>
            </a:xfrm>
            <a:prstGeom prst="rect">
              <a:avLst/>
            </a:prstGeom>
            <a:solidFill>
              <a:srgbClr val="0F9A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i="0" sz="900" u="none" cap="none" strike="noStrike">
                <a:solidFill>
                  <a:srgbClr val="FFFFFF"/>
                </a:solidFill>
                <a:latin typeface="Roboto"/>
                <a:ea typeface="Roboto"/>
                <a:cs typeface="Roboto"/>
                <a:sym typeface="Roboto"/>
              </a:endParaRPr>
            </a:p>
          </p:txBody>
        </p:sp>
        <p:sp>
          <p:nvSpPr>
            <p:cNvPr id="331" name="Google Shape;331;p30"/>
            <p:cNvSpPr txBox="1"/>
            <p:nvPr/>
          </p:nvSpPr>
          <p:spPr>
            <a:xfrm>
              <a:off x="0" y="0"/>
              <a:ext cx="254786" cy="203200"/>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4.2</a:t>
              </a:r>
              <a:endParaRPr b="1" sz="900">
                <a:latin typeface="Roboto"/>
                <a:ea typeface="Roboto"/>
                <a:cs typeface="Roboto"/>
                <a:sym typeface="Roboto"/>
              </a:endParaRPr>
            </a:p>
          </p:txBody>
        </p:sp>
        <p:sp>
          <p:nvSpPr>
            <p:cNvPr id="332" name="Google Shape;332;p30"/>
            <p:cNvSpPr txBox="1"/>
            <p:nvPr/>
          </p:nvSpPr>
          <p:spPr>
            <a:xfrm>
              <a:off x="281923" y="626533"/>
              <a:ext cx="254787" cy="203201"/>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3.2</a:t>
              </a:r>
              <a:endParaRPr b="1" sz="900">
                <a:latin typeface="Roboto"/>
                <a:ea typeface="Roboto"/>
                <a:cs typeface="Roboto"/>
                <a:sym typeface="Roboto"/>
              </a:endParaRPr>
            </a:p>
          </p:txBody>
        </p:sp>
        <p:sp>
          <p:nvSpPr>
            <p:cNvPr id="333" name="Google Shape;333;p30"/>
            <p:cNvSpPr txBox="1"/>
            <p:nvPr/>
          </p:nvSpPr>
          <p:spPr>
            <a:xfrm>
              <a:off x="563848" y="1421930"/>
              <a:ext cx="254786" cy="203201"/>
            </a:xfrm>
            <a:prstGeom prst="rect">
              <a:avLst/>
            </a:prstGeom>
            <a:noFill/>
            <a:ln>
              <a:noFill/>
            </a:ln>
          </p:spPr>
          <p:txBody>
            <a:bodyPr anchorCtr="0" anchor="t" bIns="0" lIns="0" spcFirstLastPara="1" rIns="0" wrap="square" tIns="0">
              <a:noAutofit/>
            </a:bodyPr>
            <a:lstStyle/>
            <a:p>
              <a:pPr indent="0" lvl="0" marL="0" marR="0" rtl="0" algn="ctr">
                <a:lnSpc>
                  <a:spcPct val="266666"/>
                </a:lnSpc>
                <a:spcBef>
                  <a:spcPts val="0"/>
                </a:spcBef>
                <a:spcAft>
                  <a:spcPts val="0"/>
                </a:spcAft>
                <a:buClr>
                  <a:srgbClr val="000000"/>
                </a:buClr>
                <a:buSzPts val="900"/>
                <a:buFont typeface="Arial"/>
                <a:buNone/>
              </a:pPr>
              <a:r>
                <a:rPr b="1" i="0" lang="en-US" sz="900" u="none" cap="none" strike="noStrike">
                  <a:solidFill>
                    <a:srgbClr val="000000"/>
                  </a:solidFill>
                  <a:latin typeface="Roboto"/>
                  <a:ea typeface="Roboto"/>
                  <a:cs typeface="Roboto"/>
                  <a:sym typeface="Roboto"/>
                </a:rPr>
                <a:t>1.4</a:t>
              </a:r>
              <a:endParaRPr b="1" sz="900">
                <a:latin typeface="Roboto"/>
                <a:ea typeface="Roboto"/>
                <a:cs typeface="Roboto"/>
                <a:sym typeface="Robo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descr="이미지" id="338" name="Google Shape;338;p31"/>
          <p:cNvPicPr preferRelativeResize="0"/>
          <p:nvPr/>
        </p:nvPicPr>
        <p:blipFill rotWithShape="1">
          <a:blip r:embed="rId3">
            <a:alphaModFix/>
          </a:blip>
          <a:srcRect b="0" l="0" r="0" t="0"/>
          <a:stretch/>
        </p:blipFill>
        <p:spPr>
          <a:xfrm>
            <a:off x="6491616" y="1909763"/>
            <a:ext cx="476250" cy="479702"/>
          </a:xfrm>
          <a:prstGeom prst="rect">
            <a:avLst/>
          </a:prstGeom>
          <a:noFill/>
          <a:ln>
            <a:noFill/>
          </a:ln>
        </p:spPr>
      </p:pic>
      <p:pic>
        <p:nvPicPr>
          <p:cNvPr descr="이미지" id="339" name="Google Shape;339;p31"/>
          <p:cNvPicPr preferRelativeResize="0"/>
          <p:nvPr/>
        </p:nvPicPr>
        <p:blipFill rotWithShape="1">
          <a:blip r:embed="rId4">
            <a:alphaModFix/>
          </a:blip>
          <a:srcRect b="0" l="0" r="0" t="0"/>
          <a:stretch/>
        </p:blipFill>
        <p:spPr>
          <a:xfrm>
            <a:off x="3916093" y="1911052"/>
            <a:ext cx="476250" cy="479702"/>
          </a:xfrm>
          <a:prstGeom prst="rect">
            <a:avLst/>
          </a:prstGeom>
          <a:noFill/>
          <a:ln>
            <a:noFill/>
          </a:ln>
        </p:spPr>
      </p:pic>
      <p:pic>
        <p:nvPicPr>
          <p:cNvPr descr="이미지" id="340" name="Google Shape;340;p31"/>
          <p:cNvPicPr preferRelativeResize="0"/>
          <p:nvPr/>
        </p:nvPicPr>
        <p:blipFill rotWithShape="1">
          <a:blip r:embed="rId5">
            <a:alphaModFix/>
          </a:blip>
          <a:srcRect b="0" l="0" r="0" t="0"/>
          <a:stretch/>
        </p:blipFill>
        <p:spPr>
          <a:xfrm>
            <a:off x="1347974" y="1912778"/>
            <a:ext cx="476250" cy="476250"/>
          </a:xfrm>
          <a:prstGeom prst="rect">
            <a:avLst/>
          </a:prstGeom>
          <a:noFill/>
          <a:ln>
            <a:noFill/>
          </a:ln>
        </p:spPr>
      </p:pic>
      <p:sp>
        <p:nvSpPr>
          <p:cNvPr id="341" name="Google Shape;341;p31"/>
          <p:cNvSpPr txBox="1"/>
          <p:nvPr>
            <p:ph idx="12" type="sldNum"/>
          </p:nvPr>
        </p:nvSpPr>
        <p:spPr>
          <a:xfrm>
            <a:off x="262415" y="4736287"/>
            <a:ext cx="1530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342" name="Google Shape;342;p31"/>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Columns icon&amp;text</a:t>
            </a:r>
            <a:endParaRPr/>
          </a:p>
        </p:txBody>
      </p:sp>
      <p:grpSp>
        <p:nvGrpSpPr>
          <p:cNvPr id="343" name="Google Shape;343;p31"/>
          <p:cNvGrpSpPr/>
          <p:nvPr/>
        </p:nvGrpSpPr>
        <p:grpSpPr>
          <a:xfrm>
            <a:off x="1335404" y="2610615"/>
            <a:ext cx="2000251" cy="1967414"/>
            <a:chOff x="0" y="0"/>
            <a:chExt cx="2667001" cy="2623218"/>
          </a:xfrm>
        </p:grpSpPr>
        <p:sp>
          <p:nvSpPr>
            <p:cNvPr id="344" name="Google Shape;344;p31"/>
            <p:cNvSpPr txBox="1"/>
            <p:nvPr/>
          </p:nvSpPr>
          <p:spPr>
            <a:xfrm>
              <a:off x="0" y="0"/>
              <a:ext cx="2667000" cy="26384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a:t>
              </a:r>
              <a:endParaRPr sz="1200">
                <a:latin typeface="Century Gothic"/>
                <a:ea typeface="Century Gothic"/>
                <a:cs typeface="Century Gothic"/>
                <a:sym typeface="Century Gothic"/>
              </a:endParaRPr>
            </a:p>
          </p:txBody>
        </p:sp>
        <p:sp>
          <p:nvSpPr>
            <p:cNvPr id="345" name="Google Shape;345;p31"/>
            <p:cNvSpPr txBox="1"/>
            <p:nvPr/>
          </p:nvSpPr>
          <p:spPr>
            <a:xfrm>
              <a:off x="0" y="510540"/>
              <a:ext cx="2667001" cy="21126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Contrary to popular belief, Lorem Ipsum is not simply random text. </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Richard McClintock, a Latin professor at Hampden-Sydney College in Virginia, looked up one of the more obscure Latin words</a:t>
              </a:r>
              <a:endParaRPr sz="900">
                <a:solidFill>
                  <a:srgbClr val="333333"/>
                </a:solidFill>
                <a:latin typeface="Roboto"/>
                <a:ea typeface="Roboto"/>
                <a:cs typeface="Roboto"/>
                <a:sym typeface="Roboto"/>
              </a:endParaRPr>
            </a:p>
          </p:txBody>
        </p:sp>
      </p:grpSp>
      <p:grpSp>
        <p:nvGrpSpPr>
          <p:cNvPr id="346" name="Google Shape;346;p31"/>
          <p:cNvGrpSpPr/>
          <p:nvPr/>
        </p:nvGrpSpPr>
        <p:grpSpPr>
          <a:xfrm>
            <a:off x="3905936" y="2610615"/>
            <a:ext cx="2000251" cy="1967295"/>
            <a:chOff x="0" y="0"/>
            <a:chExt cx="2667001" cy="2623060"/>
          </a:xfrm>
        </p:grpSpPr>
        <p:sp>
          <p:nvSpPr>
            <p:cNvPr id="347" name="Google Shape;347;p31"/>
            <p:cNvSpPr txBox="1"/>
            <p:nvPr/>
          </p:nvSpPr>
          <p:spPr>
            <a:xfrm>
              <a:off x="0" y="0"/>
              <a:ext cx="2667000" cy="26384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 text</a:t>
              </a:r>
              <a:endParaRPr sz="1100"/>
            </a:p>
          </p:txBody>
        </p:sp>
        <p:sp>
          <p:nvSpPr>
            <p:cNvPr id="348" name="Google Shape;348;p31"/>
            <p:cNvSpPr txBox="1"/>
            <p:nvPr/>
          </p:nvSpPr>
          <p:spPr>
            <a:xfrm>
              <a:off x="0" y="510540"/>
              <a:ext cx="2667001" cy="21125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College in Virginia, looked up one of the more obscure Latin words, consectetur, from a Lorem Ipsum passage, and going through the cites of the word in classical literature.</a:t>
              </a:r>
              <a:endParaRPr sz="900">
                <a:latin typeface="Roboto"/>
                <a:ea typeface="Roboto"/>
                <a:cs typeface="Roboto"/>
                <a:sym typeface="Roboto"/>
              </a:endParaRPr>
            </a:p>
          </p:txBody>
        </p:sp>
      </p:grpSp>
      <p:grpSp>
        <p:nvGrpSpPr>
          <p:cNvPr id="349" name="Google Shape;349;p31"/>
          <p:cNvGrpSpPr/>
          <p:nvPr/>
        </p:nvGrpSpPr>
        <p:grpSpPr>
          <a:xfrm>
            <a:off x="6476467" y="2610615"/>
            <a:ext cx="2000251" cy="1968277"/>
            <a:chOff x="0" y="0"/>
            <a:chExt cx="2667001" cy="2624369"/>
          </a:xfrm>
        </p:grpSpPr>
        <p:sp>
          <p:nvSpPr>
            <p:cNvPr id="350" name="Google Shape;350;p31"/>
            <p:cNvSpPr txBox="1"/>
            <p:nvPr/>
          </p:nvSpPr>
          <p:spPr>
            <a:xfrm>
              <a:off x="0" y="0"/>
              <a:ext cx="2667000" cy="26384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a:t>
              </a:r>
              <a:endParaRPr sz="1100"/>
            </a:p>
          </p:txBody>
        </p:sp>
        <p:sp>
          <p:nvSpPr>
            <p:cNvPr id="351" name="Google Shape;351;p31"/>
            <p:cNvSpPr txBox="1"/>
            <p:nvPr/>
          </p:nvSpPr>
          <p:spPr>
            <a:xfrm>
              <a:off x="0" y="510540"/>
              <a:ext cx="2667001" cy="211382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Contrary to popular belief, Lorem Ipsum is not simply random text. </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Richard McClintock, a Latin professor at Hampden-Sydney College in Virginia, looked up one of the more obscure Latin words, consectetur, from a Lorem Ipsum passage, and going through the cites of the word in classical literature. </a:t>
              </a:r>
              <a:r>
                <a:rPr lang="en-US" sz="900">
                  <a:solidFill>
                    <a:srgbClr val="333333"/>
                  </a:solidFill>
                </a:rPr>
                <a:t>Lorem Ipsum comes from 1.10.32</a:t>
              </a:r>
              <a:endParaRPr sz="900">
                <a:latin typeface="Roboto"/>
                <a:ea typeface="Roboto"/>
                <a:cs typeface="Roboto"/>
                <a:sym typeface="Roboto"/>
              </a:endParaRPr>
            </a:p>
          </p:txBody>
        </p:sp>
      </p:grpSp>
      <p:grpSp>
        <p:nvGrpSpPr>
          <p:cNvPr id="352" name="Google Shape;352;p31"/>
          <p:cNvGrpSpPr/>
          <p:nvPr/>
        </p:nvGrpSpPr>
        <p:grpSpPr>
          <a:xfrm>
            <a:off x="1336366" y="1901136"/>
            <a:ext cx="499415" cy="499415"/>
            <a:chOff x="1336366" y="1901136"/>
            <a:chExt cx="499415" cy="499415"/>
          </a:xfrm>
        </p:grpSpPr>
        <p:pic>
          <p:nvPicPr>
            <p:cNvPr descr="Picture Placeholder 4" id="353" name="Google Shape;353;p31"/>
            <p:cNvPicPr preferRelativeResize="0"/>
            <p:nvPr/>
          </p:nvPicPr>
          <p:blipFill>
            <a:blip r:embed="rId6">
              <a:alphaModFix amt="70000"/>
            </a:blip>
            <a:stretch>
              <a:fillRect/>
            </a:stretch>
          </p:blipFill>
          <p:spPr>
            <a:xfrm>
              <a:off x="1336366" y="1901136"/>
              <a:ext cx="499415" cy="499415"/>
            </a:xfrm>
            <a:prstGeom prst="rect">
              <a:avLst/>
            </a:prstGeom>
            <a:noFill/>
            <a:ln>
              <a:noFill/>
            </a:ln>
          </p:spPr>
        </p:pic>
        <p:pic>
          <p:nvPicPr>
            <p:cNvPr id="354" name="Google Shape;354;p31"/>
            <p:cNvPicPr preferRelativeResize="0"/>
            <p:nvPr/>
          </p:nvPicPr>
          <p:blipFill>
            <a:blip r:embed="rId7">
              <a:alphaModFix/>
            </a:blip>
            <a:stretch>
              <a:fillRect/>
            </a:stretch>
          </p:blipFill>
          <p:spPr>
            <a:xfrm>
              <a:off x="1518192" y="2095559"/>
              <a:ext cx="302725" cy="302725"/>
            </a:xfrm>
            <a:prstGeom prst="rect">
              <a:avLst/>
            </a:prstGeom>
            <a:noFill/>
            <a:ln>
              <a:noFill/>
            </a:ln>
          </p:spPr>
        </p:pic>
      </p:grpSp>
      <p:grpSp>
        <p:nvGrpSpPr>
          <p:cNvPr id="355" name="Google Shape;355;p31"/>
          <p:cNvGrpSpPr/>
          <p:nvPr/>
        </p:nvGrpSpPr>
        <p:grpSpPr>
          <a:xfrm>
            <a:off x="3905516" y="1901198"/>
            <a:ext cx="499415" cy="499415"/>
            <a:chOff x="1336366" y="1901136"/>
            <a:chExt cx="499415" cy="499415"/>
          </a:xfrm>
        </p:grpSpPr>
        <p:pic>
          <p:nvPicPr>
            <p:cNvPr descr="Picture Placeholder 4" id="356" name="Google Shape;356;p31"/>
            <p:cNvPicPr preferRelativeResize="0"/>
            <p:nvPr/>
          </p:nvPicPr>
          <p:blipFill>
            <a:blip r:embed="rId6">
              <a:alphaModFix amt="70000"/>
            </a:blip>
            <a:stretch>
              <a:fillRect/>
            </a:stretch>
          </p:blipFill>
          <p:spPr>
            <a:xfrm>
              <a:off x="1336366" y="1901136"/>
              <a:ext cx="499415" cy="499415"/>
            </a:xfrm>
            <a:prstGeom prst="rect">
              <a:avLst/>
            </a:prstGeom>
            <a:noFill/>
            <a:ln>
              <a:noFill/>
            </a:ln>
          </p:spPr>
        </p:pic>
        <p:pic>
          <p:nvPicPr>
            <p:cNvPr id="357" name="Google Shape;357;p31"/>
            <p:cNvPicPr preferRelativeResize="0"/>
            <p:nvPr/>
          </p:nvPicPr>
          <p:blipFill>
            <a:blip r:embed="rId7">
              <a:alphaModFix/>
            </a:blip>
            <a:stretch>
              <a:fillRect/>
            </a:stretch>
          </p:blipFill>
          <p:spPr>
            <a:xfrm>
              <a:off x="1518192" y="2095559"/>
              <a:ext cx="302725" cy="302725"/>
            </a:xfrm>
            <a:prstGeom prst="rect">
              <a:avLst/>
            </a:prstGeom>
            <a:noFill/>
            <a:ln>
              <a:noFill/>
            </a:ln>
          </p:spPr>
        </p:pic>
      </p:grpSp>
      <p:grpSp>
        <p:nvGrpSpPr>
          <p:cNvPr id="358" name="Google Shape;358;p31"/>
          <p:cNvGrpSpPr/>
          <p:nvPr/>
        </p:nvGrpSpPr>
        <p:grpSpPr>
          <a:xfrm>
            <a:off x="6482640" y="1901198"/>
            <a:ext cx="499415" cy="499415"/>
            <a:chOff x="1336366" y="1901136"/>
            <a:chExt cx="499415" cy="499415"/>
          </a:xfrm>
        </p:grpSpPr>
        <p:pic>
          <p:nvPicPr>
            <p:cNvPr descr="Picture Placeholder 4" id="359" name="Google Shape;359;p31"/>
            <p:cNvPicPr preferRelativeResize="0"/>
            <p:nvPr/>
          </p:nvPicPr>
          <p:blipFill>
            <a:blip r:embed="rId6">
              <a:alphaModFix amt="70000"/>
            </a:blip>
            <a:stretch>
              <a:fillRect/>
            </a:stretch>
          </p:blipFill>
          <p:spPr>
            <a:xfrm>
              <a:off x="1336366" y="1901136"/>
              <a:ext cx="499415" cy="499415"/>
            </a:xfrm>
            <a:prstGeom prst="rect">
              <a:avLst/>
            </a:prstGeom>
            <a:noFill/>
            <a:ln>
              <a:noFill/>
            </a:ln>
          </p:spPr>
        </p:pic>
        <p:pic>
          <p:nvPicPr>
            <p:cNvPr id="360" name="Google Shape;360;p31"/>
            <p:cNvPicPr preferRelativeResize="0"/>
            <p:nvPr/>
          </p:nvPicPr>
          <p:blipFill>
            <a:blip r:embed="rId7">
              <a:alphaModFix/>
            </a:blip>
            <a:stretch>
              <a:fillRect/>
            </a:stretch>
          </p:blipFill>
          <p:spPr>
            <a:xfrm>
              <a:off x="1518192" y="2095559"/>
              <a:ext cx="302725" cy="302725"/>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2"/>
          <p:cNvSpPr txBox="1"/>
          <p:nvPr>
            <p:ph idx="12" type="sldNum"/>
          </p:nvPr>
        </p:nvSpPr>
        <p:spPr>
          <a:xfrm>
            <a:off x="263625" y="4736287"/>
            <a:ext cx="155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366" name="Google Shape;366;p32"/>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Numerical Value</a:t>
            </a:r>
            <a:endParaRPr/>
          </a:p>
        </p:txBody>
      </p:sp>
      <p:grpSp>
        <p:nvGrpSpPr>
          <p:cNvPr id="367" name="Google Shape;367;p32"/>
          <p:cNvGrpSpPr/>
          <p:nvPr/>
        </p:nvGrpSpPr>
        <p:grpSpPr>
          <a:xfrm>
            <a:off x="1335404" y="2625269"/>
            <a:ext cx="2000251" cy="1952760"/>
            <a:chOff x="0" y="19538"/>
            <a:chExt cx="2667001" cy="2603680"/>
          </a:xfrm>
        </p:grpSpPr>
        <p:sp>
          <p:nvSpPr>
            <p:cNvPr id="368" name="Google Shape;368;p32"/>
            <p:cNvSpPr txBox="1"/>
            <p:nvPr/>
          </p:nvSpPr>
          <p:spPr>
            <a:xfrm>
              <a:off x="0" y="19538"/>
              <a:ext cx="2667000" cy="263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 text</a:t>
              </a:r>
              <a:endParaRPr sz="1200">
                <a:latin typeface="Century Gothic"/>
                <a:ea typeface="Century Gothic"/>
                <a:cs typeface="Century Gothic"/>
                <a:sym typeface="Century Gothic"/>
              </a:endParaRPr>
            </a:p>
          </p:txBody>
        </p:sp>
        <p:sp>
          <p:nvSpPr>
            <p:cNvPr id="369" name="Google Shape;369;p32"/>
            <p:cNvSpPr txBox="1"/>
            <p:nvPr/>
          </p:nvSpPr>
          <p:spPr>
            <a:xfrm>
              <a:off x="0" y="510540"/>
              <a:ext cx="2667001" cy="21126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Contrary to popular belief, Lorem Ipsum is not simply random text. </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Richard McClintock, a Latin professor at Hampden-Sydney College in Virginia, looked up one of the more obscure Latin words</a:t>
              </a:r>
              <a:endParaRPr sz="900">
                <a:solidFill>
                  <a:srgbClr val="333333"/>
                </a:solidFill>
                <a:latin typeface="Roboto"/>
                <a:ea typeface="Roboto"/>
                <a:cs typeface="Roboto"/>
                <a:sym typeface="Roboto"/>
              </a:endParaRPr>
            </a:p>
          </p:txBody>
        </p:sp>
      </p:grpSp>
      <p:grpSp>
        <p:nvGrpSpPr>
          <p:cNvPr id="370" name="Google Shape;370;p32"/>
          <p:cNvGrpSpPr/>
          <p:nvPr/>
        </p:nvGrpSpPr>
        <p:grpSpPr>
          <a:xfrm>
            <a:off x="3905936" y="2625269"/>
            <a:ext cx="2000251" cy="1952641"/>
            <a:chOff x="0" y="19538"/>
            <a:chExt cx="2667001" cy="2603522"/>
          </a:xfrm>
        </p:grpSpPr>
        <p:sp>
          <p:nvSpPr>
            <p:cNvPr id="371" name="Google Shape;371;p32"/>
            <p:cNvSpPr txBox="1"/>
            <p:nvPr/>
          </p:nvSpPr>
          <p:spPr>
            <a:xfrm>
              <a:off x="0" y="19538"/>
              <a:ext cx="2667000" cy="263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a:t>
              </a:r>
              <a:endParaRPr sz="1200">
                <a:latin typeface="Century Gothic"/>
                <a:ea typeface="Century Gothic"/>
                <a:cs typeface="Century Gothic"/>
                <a:sym typeface="Century Gothic"/>
              </a:endParaRPr>
            </a:p>
          </p:txBody>
        </p:sp>
        <p:sp>
          <p:nvSpPr>
            <p:cNvPr id="372" name="Google Shape;372;p32"/>
            <p:cNvSpPr txBox="1"/>
            <p:nvPr/>
          </p:nvSpPr>
          <p:spPr>
            <a:xfrm>
              <a:off x="0" y="510540"/>
              <a:ext cx="2667001" cy="21125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College in Virginia, looked up one of the more obscure Latin words, consectetur, from a Lorem Ipsum passage, and going through the cites of the word in classical literature.</a:t>
              </a:r>
              <a:endParaRPr sz="900">
                <a:solidFill>
                  <a:srgbClr val="333333"/>
                </a:solidFill>
                <a:latin typeface="Roboto"/>
                <a:ea typeface="Roboto"/>
                <a:cs typeface="Roboto"/>
                <a:sym typeface="Roboto"/>
              </a:endParaRPr>
            </a:p>
          </p:txBody>
        </p:sp>
      </p:grpSp>
      <p:grpSp>
        <p:nvGrpSpPr>
          <p:cNvPr id="373" name="Google Shape;373;p32"/>
          <p:cNvGrpSpPr/>
          <p:nvPr/>
        </p:nvGrpSpPr>
        <p:grpSpPr>
          <a:xfrm>
            <a:off x="6476467" y="2625269"/>
            <a:ext cx="2000251" cy="1953623"/>
            <a:chOff x="0" y="19538"/>
            <a:chExt cx="2667001" cy="2604831"/>
          </a:xfrm>
        </p:grpSpPr>
        <p:sp>
          <p:nvSpPr>
            <p:cNvPr id="374" name="Google Shape;374;p32"/>
            <p:cNvSpPr txBox="1"/>
            <p:nvPr/>
          </p:nvSpPr>
          <p:spPr>
            <a:xfrm>
              <a:off x="0" y="19538"/>
              <a:ext cx="2667000" cy="263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Column title</a:t>
              </a:r>
              <a:endParaRPr sz="1200">
                <a:latin typeface="Century Gothic"/>
                <a:ea typeface="Century Gothic"/>
                <a:cs typeface="Century Gothic"/>
                <a:sym typeface="Century Gothic"/>
              </a:endParaRPr>
            </a:p>
          </p:txBody>
        </p:sp>
        <p:sp>
          <p:nvSpPr>
            <p:cNvPr id="375" name="Google Shape;375;p32"/>
            <p:cNvSpPr txBox="1"/>
            <p:nvPr/>
          </p:nvSpPr>
          <p:spPr>
            <a:xfrm>
              <a:off x="0" y="510540"/>
              <a:ext cx="2667001" cy="211382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Contrary to popular belief, Lorem Ipsum is not simply random text. </a:t>
              </a:r>
              <a:endParaRPr sz="900">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Richard McClintock, a Latin professor at Hampden-Sydney College in Virginia, looked up one of the more obscure Latin words, consectetur, from a Lorem Ipsum passage, and going through the cites of the word in classical literature. </a:t>
              </a:r>
              <a:r>
                <a:rPr lang="en-US" sz="900">
                  <a:solidFill>
                    <a:srgbClr val="333333"/>
                  </a:solidFill>
                  <a:latin typeface="Roboto"/>
                  <a:ea typeface="Roboto"/>
                  <a:cs typeface="Roboto"/>
                  <a:sym typeface="Roboto"/>
                </a:rPr>
                <a:t>Lorem Ipsum is simply random text</a:t>
              </a:r>
              <a:endParaRPr sz="900">
                <a:solidFill>
                  <a:srgbClr val="333333"/>
                </a:solidFill>
                <a:latin typeface="Roboto"/>
                <a:ea typeface="Roboto"/>
                <a:cs typeface="Roboto"/>
                <a:sym typeface="Roboto"/>
              </a:endParaRPr>
            </a:p>
          </p:txBody>
        </p:sp>
      </p:grpSp>
      <p:sp>
        <p:nvSpPr>
          <p:cNvPr id="376" name="Google Shape;376;p32"/>
          <p:cNvSpPr txBox="1"/>
          <p:nvPr/>
        </p:nvSpPr>
        <p:spPr>
          <a:xfrm>
            <a:off x="3905019" y="1871076"/>
            <a:ext cx="815700" cy="5925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832BFB"/>
              </a:buClr>
              <a:buSzPts val="3600"/>
              <a:buFont typeface="Century Gothic"/>
              <a:buNone/>
            </a:pPr>
            <a:r>
              <a:rPr b="1" i="0" lang="en-US" sz="3600" u="none" cap="none" strike="noStrike">
                <a:solidFill>
                  <a:srgbClr val="832BFB"/>
                </a:solidFill>
                <a:latin typeface="Century Gothic"/>
                <a:ea typeface="Century Gothic"/>
                <a:cs typeface="Century Gothic"/>
                <a:sym typeface="Century Gothic"/>
              </a:rPr>
              <a:t>158</a:t>
            </a:r>
            <a:endParaRPr sz="3600">
              <a:latin typeface="Century Gothic"/>
              <a:ea typeface="Century Gothic"/>
              <a:cs typeface="Century Gothic"/>
              <a:sym typeface="Century Gothic"/>
            </a:endParaRPr>
          </a:p>
        </p:txBody>
      </p:sp>
      <p:sp>
        <p:nvSpPr>
          <p:cNvPr id="377" name="Google Shape;377;p32"/>
          <p:cNvSpPr txBox="1"/>
          <p:nvPr/>
        </p:nvSpPr>
        <p:spPr>
          <a:xfrm>
            <a:off x="1333269" y="1871076"/>
            <a:ext cx="1227300" cy="5925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832BFB"/>
              </a:buClr>
              <a:buSzPts val="3600"/>
              <a:buFont typeface="Century Gothic"/>
              <a:buNone/>
            </a:pPr>
            <a:r>
              <a:rPr b="1" i="0" lang="en-US" sz="3600" u="none" cap="none" strike="noStrike">
                <a:solidFill>
                  <a:srgbClr val="832BFB"/>
                </a:solidFill>
                <a:latin typeface="Century Gothic"/>
                <a:ea typeface="Century Gothic"/>
                <a:cs typeface="Century Gothic"/>
                <a:sym typeface="Century Gothic"/>
              </a:rPr>
              <a:t>$23M</a:t>
            </a:r>
            <a:endParaRPr sz="3600">
              <a:latin typeface="Century Gothic"/>
              <a:ea typeface="Century Gothic"/>
              <a:cs typeface="Century Gothic"/>
              <a:sym typeface="Century Gothic"/>
            </a:endParaRPr>
          </a:p>
        </p:txBody>
      </p:sp>
      <p:sp>
        <p:nvSpPr>
          <p:cNvPr id="378" name="Google Shape;378;p32"/>
          <p:cNvSpPr txBox="1"/>
          <p:nvPr/>
        </p:nvSpPr>
        <p:spPr>
          <a:xfrm>
            <a:off x="6476769" y="1871076"/>
            <a:ext cx="1346100" cy="5925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832BFB"/>
              </a:buClr>
              <a:buSzPts val="3600"/>
              <a:buFont typeface="Century Gothic"/>
              <a:buNone/>
            </a:pPr>
            <a:r>
              <a:rPr b="1" i="0" lang="en-US" sz="3600" u="none" cap="none" strike="noStrike">
                <a:solidFill>
                  <a:srgbClr val="832BFB"/>
                </a:solidFill>
                <a:latin typeface="Century Gothic"/>
                <a:ea typeface="Century Gothic"/>
                <a:cs typeface="Century Gothic"/>
                <a:sym typeface="Century Gothic"/>
              </a:rPr>
              <a:t>2137+</a:t>
            </a:r>
            <a:endParaRPr sz="3600">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descr="이미지" id="383" name="Google Shape;383;p33"/>
          <p:cNvPicPr preferRelativeResize="0"/>
          <p:nvPr/>
        </p:nvPicPr>
        <p:blipFill rotWithShape="1">
          <a:blip r:embed="rId3">
            <a:alphaModFix/>
          </a:blip>
          <a:srcRect b="0" l="0" r="0" t="0"/>
          <a:stretch/>
        </p:blipFill>
        <p:spPr>
          <a:xfrm>
            <a:off x="5745247" y="0"/>
            <a:ext cx="1657351" cy="1657351"/>
          </a:xfrm>
          <a:prstGeom prst="rect">
            <a:avLst/>
          </a:prstGeom>
          <a:noFill/>
          <a:ln>
            <a:noFill/>
          </a:ln>
        </p:spPr>
      </p:pic>
      <p:pic>
        <p:nvPicPr>
          <p:cNvPr descr="이미지" id="384" name="Google Shape;384;p33"/>
          <p:cNvPicPr preferRelativeResize="0"/>
          <p:nvPr/>
        </p:nvPicPr>
        <p:blipFill rotWithShape="1">
          <a:blip r:embed="rId3">
            <a:alphaModFix/>
          </a:blip>
          <a:srcRect b="0" l="0" r="0" t="0"/>
          <a:stretch/>
        </p:blipFill>
        <p:spPr>
          <a:xfrm>
            <a:off x="5745247" y="1743075"/>
            <a:ext cx="1657351" cy="1657350"/>
          </a:xfrm>
          <a:prstGeom prst="rect">
            <a:avLst/>
          </a:prstGeom>
          <a:noFill/>
          <a:ln>
            <a:noFill/>
          </a:ln>
        </p:spPr>
      </p:pic>
      <p:pic>
        <p:nvPicPr>
          <p:cNvPr descr="이미지" id="385" name="Google Shape;385;p33"/>
          <p:cNvPicPr preferRelativeResize="0"/>
          <p:nvPr/>
        </p:nvPicPr>
        <p:blipFill rotWithShape="1">
          <a:blip r:embed="rId3">
            <a:alphaModFix/>
          </a:blip>
          <a:srcRect b="0" l="0" r="0" t="0"/>
          <a:stretch/>
        </p:blipFill>
        <p:spPr>
          <a:xfrm>
            <a:off x="7485757" y="1743075"/>
            <a:ext cx="1657351" cy="1657350"/>
          </a:xfrm>
          <a:prstGeom prst="rect">
            <a:avLst/>
          </a:prstGeom>
          <a:noFill/>
          <a:ln>
            <a:noFill/>
          </a:ln>
        </p:spPr>
      </p:pic>
      <p:pic>
        <p:nvPicPr>
          <p:cNvPr descr="이미지" id="386" name="Google Shape;386;p33"/>
          <p:cNvPicPr preferRelativeResize="0"/>
          <p:nvPr/>
        </p:nvPicPr>
        <p:blipFill rotWithShape="1">
          <a:blip r:embed="rId3">
            <a:alphaModFix/>
          </a:blip>
          <a:srcRect b="0" l="0" r="0" t="0"/>
          <a:stretch/>
        </p:blipFill>
        <p:spPr>
          <a:xfrm>
            <a:off x="4005629" y="1743075"/>
            <a:ext cx="1657351" cy="1657350"/>
          </a:xfrm>
          <a:prstGeom prst="rect">
            <a:avLst/>
          </a:prstGeom>
          <a:noFill/>
          <a:ln>
            <a:noFill/>
          </a:ln>
        </p:spPr>
      </p:pic>
      <p:pic>
        <p:nvPicPr>
          <p:cNvPr descr="이미지" id="387" name="Google Shape;387;p33"/>
          <p:cNvPicPr preferRelativeResize="0"/>
          <p:nvPr/>
        </p:nvPicPr>
        <p:blipFill rotWithShape="1">
          <a:blip r:embed="rId3">
            <a:alphaModFix/>
          </a:blip>
          <a:srcRect b="0" l="0" r="0" t="0"/>
          <a:stretch/>
        </p:blipFill>
        <p:spPr>
          <a:xfrm>
            <a:off x="5745247" y="3486150"/>
            <a:ext cx="1657351" cy="1657350"/>
          </a:xfrm>
          <a:prstGeom prst="rect">
            <a:avLst/>
          </a:prstGeom>
          <a:noFill/>
          <a:ln>
            <a:noFill/>
          </a:ln>
        </p:spPr>
      </p:pic>
      <p:pic>
        <p:nvPicPr>
          <p:cNvPr descr="이미지" id="388" name="Google Shape;388;p33"/>
          <p:cNvPicPr preferRelativeResize="0"/>
          <p:nvPr/>
        </p:nvPicPr>
        <p:blipFill rotWithShape="1">
          <a:blip r:embed="rId3">
            <a:alphaModFix/>
          </a:blip>
          <a:srcRect b="0" l="0" r="0" t="0"/>
          <a:stretch/>
        </p:blipFill>
        <p:spPr>
          <a:xfrm>
            <a:off x="7485757" y="3486150"/>
            <a:ext cx="1657351" cy="1657350"/>
          </a:xfrm>
          <a:prstGeom prst="rect">
            <a:avLst/>
          </a:prstGeom>
          <a:noFill/>
          <a:ln>
            <a:noFill/>
          </a:ln>
        </p:spPr>
      </p:pic>
      <p:pic>
        <p:nvPicPr>
          <p:cNvPr descr="이미지" id="389" name="Google Shape;389;p33"/>
          <p:cNvPicPr preferRelativeResize="0"/>
          <p:nvPr/>
        </p:nvPicPr>
        <p:blipFill rotWithShape="1">
          <a:blip r:embed="rId3">
            <a:alphaModFix/>
          </a:blip>
          <a:srcRect b="0" l="0" r="0" t="0"/>
          <a:stretch/>
        </p:blipFill>
        <p:spPr>
          <a:xfrm>
            <a:off x="5745247" y="0"/>
            <a:ext cx="1657351" cy="1657351"/>
          </a:xfrm>
          <a:prstGeom prst="rect">
            <a:avLst/>
          </a:prstGeom>
          <a:noFill/>
          <a:ln>
            <a:noFill/>
          </a:ln>
        </p:spPr>
      </p:pic>
      <p:pic>
        <p:nvPicPr>
          <p:cNvPr descr="이미지" id="390" name="Google Shape;390;p33"/>
          <p:cNvPicPr preferRelativeResize="0"/>
          <p:nvPr/>
        </p:nvPicPr>
        <p:blipFill rotWithShape="1">
          <a:blip r:embed="rId3">
            <a:alphaModFix/>
          </a:blip>
          <a:srcRect b="0" l="0" r="0" t="0"/>
          <a:stretch/>
        </p:blipFill>
        <p:spPr>
          <a:xfrm>
            <a:off x="5745247" y="1743075"/>
            <a:ext cx="1657351" cy="1657350"/>
          </a:xfrm>
          <a:prstGeom prst="rect">
            <a:avLst/>
          </a:prstGeom>
          <a:noFill/>
          <a:ln>
            <a:noFill/>
          </a:ln>
        </p:spPr>
      </p:pic>
      <p:pic>
        <p:nvPicPr>
          <p:cNvPr descr="이미지" id="391" name="Google Shape;391;p33"/>
          <p:cNvPicPr preferRelativeResize="0"/>
          <p:nvPr/>
        </p:nvPicPr>
        <p:blipFill rotWithShape="1">
          <a:blip r:embed="rId3">
            <a:alphaModFix/>
          </a:blip>
          <a:srcRect b="0" l="0" r="0" t="0"/>
          <a:stretch/>
        </p:blipFill>
        <p:spPr>
          <a:xfrm>
            <a:off x="7485757" y="1743075"/>
            <a:ext cx="1657351" cy="1657350"/>
          </a:xfrm>
          <a:prstGeom prst="rect">
            <a:avLst/>
          </a:prstGeom>
          <a:noFill/>
          <a:ln>
            <a:noFill/>
          </a:ln>
        </p:spPr>
      </p:pic>
      <p:pic>
        <p:nvPicPr>
          <p:cNvPr descr="이미지" id="392" name="Google Shape;392;p33"/>
          <p:cNvPicPr preferRelativeResize="0"/>
          <p:nvPr/>
        </p:nvPicPr>
        <p:blipFill rotWithShape="1">
          <a:blip r:embed="rId3">
            <a:alphaModFix/>
          </a:blip>
          <a:srcRect b="0" l="0" r="0" t="0"/>
          <a:stretch/>
        </p:blipFill>
        <p:spPr>
          <a:xfrm>
            <a:off x="4005629" y="1743075"/>
            <a:ext cx="1657351" cy="1657350"/>
          </a:xfrm>
          <a:prstGeom prst="rect">
            <a:avLst/>
          </a:prstGeom>
          <a:noFill/>
          <a:ln>
            <a:noFill/>
          </a:ln>
        </p:spPr>
      </p:pic>
      <p:pic>
        <p:nvPicPr>
          <p:cNvPr descr="이미지" id="393" name="Google Shape;393;p33"/>
          <p:cNvPicPr preferRelativeResize="0"/>
          <p:nvPr/>
        </p:nvPicPr>
        <p:blipFill rotWithShape="1">
          <a:blip r:embed="rId3">
            <a:alphaModFix/>
          </a:blip>
          <a:srcRect b="0" l="0" r="0" t="0"/>
          <a:stretch/>
        </p:blipFill>
        <p:spPr>
          <a:xfrm>
            <a:off x="5745247" y="3486150"/>
            <a:ext cx="1657351" cy="1657350"/>
          </a:xfrm>
          <a:prstGeom prst="rect">
            <a:avLst/>
          </a:prstGeom>
          <a:noFill/>
          <a:ln>
            <a:noFill/>
          </a:ln>
        </p:spPr>
      </p:pic>
      <p:pic>
        <p:nvPicPr>
          <p:cNvPr descr="이미지" id="394" name="Google Shape;394;p33"/>
          <p:cNvPicPr preferRelativeResize="0"/>
          <p:nvPr/>
        </p:nvPicPr>
        <p:blipFill rotWithShape="1">
          <a:blip r:embed="rId3">
            <a:alphaModFix/>
          </a:blip>
          <a:srcRect b="0" l="0" r="0" t="0"/>
          <a:stretch/>
        </p:blipFill>
        <p:spPr>
          <a:xfrm>
            <a:off x="7485757" y="3486150"/>
            <a:ext cx="1657351" cy="1657350"/>
          </a:xfrm>
          <a:prstGeom prst="rect">
            <a:avLst/>
          </a:prstGeom>
          <a:noFill/>
          <a:ln>
            <a:noFill/>
          </a:ln>
        </p:spPr>
      </p:pic>
      <p:sp>
        <p:nvSpPr>
          <p:cNvPr id="395" name="Google Shape;395;p33"/>
          <p:cNvSpPr txBox="1"/>
          <p:nvPr>
            <p:ph type="title"/>
          </p:nvPr>
        </p:nvSpPr>
        <p:spPr>
          <a:xfrm>
            <a:off x="1336675" y="1743075"/>
            <a:ext cx="2148900" cy="798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 Ipsum</a:t>
            </a:r>
            <a:endParaRPr/>
          </a:p>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is Dummy</a:t>
            </a:r>
            <a:endParaRPr/>
          </a:p>
        </p:txBody>
      </p:sp>
      <p:sp>
        <p:nvSpPr>
          <p:cNvPr id="396" name="Google Shape;396;p33"/>
          <p:cNvSpPr txBox="1"/>
          <p:nvPr>
            <p:ph idx="12" type="sldNum"/>
          </p:nvPr>
        </p:nvSpPr>
        <p:spPr>
          <a:xfrm>
            <a:off x="265950" y="4736287"/>
            <a:ext cx="155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397" name="Google Shape;397;p33"/>
          <p:cNvSpPr txBox="1"/>
          <p:nvPr/>
        </p:nvSpPr>
        <p:spPr>
          <a:xfrm>
            <a:off x="1333500" y="2886075"/>
            <a:ext cx="2148900" cy="1381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is simply dummy text of the printing and typesetting industry. </a:t>
            </a:r>
            <a:endParaRPr i="0" sz="900" u="none" cap="none" strike="noStrike">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When an unknown printer took a galley of type and scrambled it to make a type. It has survived not only five centuries.</a:t>
            </a:r>
            <a:r>
              <a:rPr lang="en-US" sz="900">
                <a:solidFill>
                  <a:srgbClr val="333333"/>
                </a:solidFill>
                <a:latin typeface="Roboto"/>
                <a:ea typeface="Roboto"/>
                <a:cs typeface="Roboto"/>
                <a:sym typeface="Roboto"/>
              </a:rPr>
              <a:t> This </a:t>
            </a:r>
            <a:r>
              <a:rPr lang="en-US" sz="900">
                <a:solidFill>
                  <a:srgbClr val="333333"/>
                </a:solidFill>
                <a:latin typeface="Roboto"/>
                <a:ea typeface="Roboto"/>
                <a:cs typeface="Roboto"/>
                <a:sym typeface="Roboto"/>
              </a:rPr>
              <a:t>is simply dummy text</a:t>
            </a:r>
            <a:endParaRPr sz="900">
              <a:solidFill>
                <a:srgbClr val="333333"/>
              </a:solidFill>
              <a:latin typeface="Roboto"/>
              <a:ea typeface="Roboto"/>
              <a:cs typeface="Roboto"/>
              <a:sym typeface="Roboto"/>
            </a:endParaRPr>
          </a:p>
        </p:txBody>
      </p:sp>
      <p:grpSp>
        <p:nvGrpSpPr>
          <p:cNvPr id="398" name="Google Shape;398;p33"/>
          <p:cNvGrpSpPr/>
          <p:nvPr/>
        </p:nvGrpSpPr>
        <p:grpSpPr>
          <a:xfrm>
            <a:off x="5744354" y="0"/>
            <a:ext cx="1659241" cy="1657350"/>
            <a:chOff x="5744354" y="0"/>
            <a:chExt cx="1659241" cy="1657350"/>
          </a:xfrm>
        </p:grpSpPr>
        <p:pic>
          <p:nvPicPr>
            <p:cNvPr descr="Picture Placeholder 4" id="399" name="Google Shape;399;p33"/>
            <p:cNvPicPr preferRelativeResize="0"/>
            <p:nvPr/>
          </p:nvPicPr>
          <p:blipFill rotWithShape="1">
            <a:blip r:embed="rId4">
              <a:alphaModFix amt="50000"/>
            </a:blip>
            <a:srcRect b="0" l="0" r="0" t="0"/>
            <a:stretch/>
          </p:blipFill>
          <p:spPr>
            <a:xfrm>
              <a:off x="5744354" y="0"/>
              <a:ext cx="1659241" cy="1657350"/>
            </a:xfrm>
            <a:prstGeom prst="rect">
              <a:avLst/>
            </a:prstGeom>
            <a:noFill/>
            <a:ln>
              <a:noFill/>
            </a:ln>
          </p:spPr>
        </p:pic>
        <p:pic>
          <p:nvPicPr>
            <p:cNvPr id="400" name="Google Shape;400;p33"/>
            <p:cNvPicPr preferRelativeResize="0"/>
            <p:nvPr/>
          </p:nvPicPr>
          <p:blipFill>
            <a:blip r:embed="rId5">
              <a:alphaModFix/>
            </a:blip>
            <a:stretch>
              <a:fillRect/>
            </a:stretch>
          </p:blipFill>
          <p:spPr>
            <a:xfrm>
              <a:off x="6994879" y="1245597"/>
              <a:ext cx="302725" cy="302725"/>
            </a:xfrm>
            <a:prstGeom prst="rect">
              <a:avLst/>
            </a:prstGeom>
            <a:noFill/>
            <a:ln>
              <a:noFill/>
            </a:ln>
          </p:spPr>
        </p:pic>
      </p:grpSp>
      <p:grpSp>
        <p:nvGrpSpPr>
          <p:cNvPr id="401" name="Google Shape;401;p33"/>
          <p:cNvGrpSpPr/>
          <p:nvPr/>
        </p:nvGrpSpPr>
        <p:grpSpPr>
          <a:xfrm>
            <a:off x="4004679" y="1743075"/>
            <a:ext cx="1659241" cy="1657350"/>
            <a:chOff x="5777804" y="0"/>
            <a:chExt cx="1659241" cy="1657350"/>
          </a:xfrm>
        </p:grpSpPr>
        <p:pic>
          <p:nvPicPr>
            <p:cNvPr descr="Picture Placeholder 4" id="402" name="Google Shape;402;p33"/>
            <p:cNvPicPr preferRelativeResize="0"/>
            <p:nvPr/>
          </p:nvPicPr>
          <p:blipFill rotWithShape="1">
            <a:blip r:embed="rId6">
              <a:alphaModFix amt="50000"/>
            </a:blip>
            <a:srcRect b="0" l="0" r="0" t="0"/>
            <a:stretch/>
          </p:blipFill>
          <p:spPr>
            <a:xfrm>
              <a:off x="5777804" y="0"/>
              <a:ext cx="1659241" cy="1657350"/>
            </a:xfrm>
            <a:prstGeom prst="rect">
              <a:avLst/>
            </a:prstGeom>
            <a:noFill/>
            <a:ln>
              <a:noFill/>
            </a:ln>
          </p:spPr>
        </p:pic>
        <p:pic>
          <p:nvPicPr>
            <p:cNvPr id="403" name="Google Shape;403;p33"/>
            <p:cNvPicPr preferRelativeResize="0"/>
            <p:nvPr/>
          </p:nvPicPr>
          <p:blipFill>
            <a:blip r:embed="rId5">
              <a:alphaModFix/>
            </a:blip>
            <a:stretch>
              <a:fillRect/>
            </a:stretch>
          </p:blipFill>
          <p:spPr>
            <a:xfrm>
              <a:off x="6994879" y="1245597"/>
              <a:ext cx="302725" cy="302725"/>
            </a:xfrm>
            <a:prstGeom prst="rect">
              <a:avLst/>
            </a:prstGeom>
            <a:noFill/>
            <a:ln>
              <a:noFill/>
            </a:ln>
          </p:spPr>
        </p:pic>
      </p:grpSp>
      <p:grpSp>
        <p:nvGrpSpPr>
          <p:cNvPr id="404" name="Google Shape;404;p33"/>
          <p:cNvGrpSpPr/>
          <p:nvPr/>
        </p:nvGrpSpPr>
        <p:grpSpPr>
          <a:xfrm>
            <a:off x="5745216" y="1743075"/>
            <a:ext cx="1659241" cy="1657350"/>
            <a:chOff x="5777804" y="0"/>
            <a:chExt cx="1659241" cy="1657350"/>
          </a:xfrm>
        </p:grpSpPr>
        <p:pic>
          <p:nvPicPr>
            <p:cNvPr descr="Picture Placeholder 4" id="405" name="Google Shape;405;p33"/>
            <p:cNvPicPr preferRelativeResize="0"/>
            <p:nvPr/>
          </p:nvPicPr>
          <p:blipFill rotWithShape="1">
            <a:blip r:embed="rId6">
              <a:alphaModFix amt="50000"/>
            </a:blip>
            <a:srcRect b="0" l="0" r="0" t="0"/>
            <a:stretch/>
          </p:blipFill>
          <p:spPr>
            <a:xfrm>
              <a:off x="5777804" y="0"/>
              <a:ext cx="1659241" cy="1657350"/>
            </a:xfrm>
            <a:prstGeom prst="rect">
              <a:avLst/>
            </a:prstGeom>
            <a:noFill/>
            <a:ln>
              <a:noFill/>
            </a:ln>
          </p:spPr>
        </p:pic>
        <p:pic>
          <p:nvPicPr>
            <p:cNvPr id="406" name="Google Shape;406;p33"/>
            <p:cNvPicPr preferRelativeResize="0"/>
            <p:nvPr/>
          </p:nvPicPr>
          <p:blipFill>
            <a:blip r:embed="rId5">
              <a:alphaModFix/>
            </a:blip>
            <a:stretch>
              <a:fillRect/>
            </a:stretch>
          </p:blipFill>
          <p:spPr>
            <a:xfrm>
              <a:off x="6994879" y="1245597"/>
              <a:ext cx="302725" cy="302725"/>
            </a:xfrm>
            <a:prstGeom prst="rect">
              <a:avLst/>
            </a:prstGeom>
            <a:noFill/>
            <a:ln>
              <a:noFill/>
            </a:ln>
          </p:spPr>
        </p:pic>
      </p:grpSp>
      <p:grpSp>
        <p:nvGrpSpPr>
          <p:cNvPr id="407" name="Google Shape;407;p33"/>
          <p:cNvGrpSpPr/>
          <p:nvPr/>
        </p:nvGrpSpPr>
        <p:grpSpPr>
          <a:xfrm>
            <a:off x="7485741" y="1743075"/>
            <a:ext cx="1659241" cy="1657350"/>
            <a:chOff x="5777804" y="0"/>
            <a:chExt cx="1659241" cy="1657350"/>
          </a:xfrm>
        </p:grpSpPr>
        <p:pic>
          <p:nvPicPr>
            <p:cNvPr descr="Picture Placeholder 4" id="408" name="Google Shape;408;p33"/>
            <p:cNvPicPr preferRelativeResize="0"/>
            <p:nvPr/>
          </p:nvPicPr>
          <p:blipFill rotWithShape="1">
            <a:blip r:embed="rId6">
              <a:alphaModFix amt="50000"/>
            </a:blip>
            <a:srcRect b="0" l="0" r="0" t="0"/>
            <a:stretch/>
          </p:blipFill>
          <p:spPr>
            <a:xfrm>
              <a:off x="5777804" y="0"/>
              <a:ext cx="1659241" cy="1657350"/>
            </a:xfrm>
            <a:prstGeom prst="rect">
              <a:avLst/>
            </a:prstGeom>
            <a:noFill/>
            <a:ln>
              <a:noFill/>
            </a:ln>
          </p:spPr>
        </p:pic>
        <p:pic>
          <p:nvPicPr>
            <p:cNvPr id="409" name="Google Shape;409;p33"/>
            <p:cNvPicPr preferRelativeResize="0"/>
            <p:nvPr/>
          </p:nvPicPr>
          <p:blipFill>
            <a:blip r:embed="rId5">
              <a:alphaModFix/>
            </a:blip>
            <a:stretch>
              <a:fillRect/>
            </a:stretch>
          </p:blipFill>
          <p:spPr>
            <a:xfrm>
              <a:off x="6994879" y="1245597"/>
              <a:ext cx="302725" cy="302725"/>
            </a:xfrm>
            <a:prstGeom prst="rect">
              <a:avLst/>
            </a:prstGeom>
            <a:noFill/>
            <a:ln>
              <a:noFill/>
            </a:ln>
          </p:spPr>
        </p:pic>
      </p:grpSp>
      <p:grpSp>
        <p:nvGrpSpPr>
          <p:cNvPr id="410" name="Google Shape;410;p33"/>
          <p:cNvGrpSpPr/>
          <p:nvPr/>
        </p:nvGrpSpPr>
        <p:grpSpPr>
          <a:xfrm>
            <a:off x="5745216" y="3486150"/>
            <a:ext cx="1659241" cy="1657350"/>
            <a:chOff x="5777804" y="0"/>
            <a:chExt cx="1659241" cy="1657350"/>
          </a:xfrm>
        </p:grpSpPr>
        <p:pic>
          <p:nvPicPr>
            <p:cNvPr descr="Picture Placeholder 4" id="411" name="Google Shape;411;p33"/>
            <p:cNvPicPr preferRelativeResize="0"/>
            <p:nvPr/>
          </p:nvPicPr>
          <p:blipFill rotWithShape="1">
            <a:blip r:embed="rId6">
              <a:alphaModFix amt="50000"/>
            </a:blip>
            <a:srcRect b="0" l="0" r="0" t="0"/>
            <a:stretch/>
          </p:blipFill>
          <p:spPr>
            <a:xfrm>
              <a:off x="5777804" y="0"/>
              <a:ext cx="1659241" cy="1657350"/>
            </a:xfrm>
            <a:prstGeom prst="rect">
              <a:avLst/>
            </a:prstGeom>
            <a:noFill/>
            <a:ln>
              <a:noFill/>
            </a:ln>
          </p:spPr>
        </p:pic>
        <p:pic>
          <p:nvPicPr>
            <p:cNvPr id="412" name="Google Shape;412;p33"/>
            <p:cNvPicPr preferRelativeResize="0"/>
            <p:nvPr/>
          </p:nvPicPr>
          <p:blipFill>
            <a:blip r:embed="rId5">
              <a:alphaModFix/>
            </a:blip>
            <a:stretch>
              <a:fillRect/>
            </a:stretch>
          </p:blipFill>
          <p:spPr>
            <a:xfrm>
              <a:off x="6994879" y="1245597"/>
              <a:ext cx="302725" cy="302725"/>
            </a:xfrm>
            <a:prstGeom prst="rect">
              <a:avLst/>
            </a:prstGeom>
            <a:noFill/>
            <a:ln>
              <a:noFill/>
            </a:ln>
          </p:spPr>
        </p:pic>
      </p:grpSp>
      <p:grpSp>
        <p:nvGrpSpPr>
          <p:cNvPr id="413" name="Google Shape;413;p33"/>
          <p:cNvGrpSpPr/>
          <p:nvPr/>
        </p:nvGrpSpPr>
        <p:grpSpPr>
          <a:xfrm>
            <a:off x="7485741" y="3486150"/>
            <a:ext cx="1659241" cy="1657350"/>
            <a:chOff x="5777804" y="0"/>
            <a:chExt cx="1659241" cy="1657350"/>
          </a:xfrm>
        </p:grpSpPr>
        <p:pic>
          <p:nvPicPr>
            <p:cNvPr descr="Picture Placeholder 4" id="414" name="Google Shape;414;p33"/>
            <p:cNvPicPr preferRelativeResize="0"/>
            <p:nvPr/>
          </p:nvPicPr>
          <p:blipFill rotWithShape="1">
            <a:blip r:embed="rId6">
              <a:alphaModFix amt="50000"/>
            </a:blip>
            <a:srcRect b="0" l="0" r="0" t="0"/>
            <a:stretch/>
          </p:blipFill>
          <p:spPr>
            <a:xfrm>
              <a:off x="5777804" y="0"/>
              <a:ext cx="1659241" cy="1657350"/>
            </a:xfrm>
            <a:prstGeom prst="rect">
              <a:avLst/>
            </a:prstGeom>
            <a:noFill/>
            <a:ln>
              <a:noFill/>
            </a:ln>
          </p:spPr>
        </p:pic>
        <p:pic>
          <p:nvPicPr>
            <p:cNvPr id="415" name="Google Shape;415;p33"/>
            <p:cNvPicPr preferRelativeResize="0"/>
            <p:nvPr/>
          </p:nvPicPr>
          <p:blipFill>
            <a:blip r:embed="rId5">
              <a:alphaModFix/>
            </a:blip>
            <a:stretch>
              <a:fillRect/>
            </a:stretch>
          </p:blipFill>
          <p:spPr>
            <a:xfrm>
              <a:off x="6994879" y="1245597"/>
              <a:ext cx="302725" cy="302725"/>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grpSp>
        <p:nvGrpSpPr>
          <p:cNvPr id="420" name="Google Shape;420;p34"/>
          <p:cNvGrpSpPr/>
          <p:nvPr/>
        </p:nvGrpSpPr>
        <p:grpSpPr>
          <a:xfrm>
            <a:off x="2832081" y="1426995"/>
            <a:ext cx="1143000" cy="1384118"/>
            <a:chOff x="0" y="0"/>
            <a:chExt cx="1524000" cy="1845491"/>
          </a:xfrm>
        </p:grpSpPr>
        <p:pic>
          <p:nvPicPr>
            <p:cNvPr descr="이미지" id="421" name="Google Shape;421;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22" name="Google Shape;422;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333333"/>
                </a:buClr>
                <a:buSzPts val="900"/>
                <a:buFont typeface="Arial"/>
                <a:buNone/>
              </a:pPr>
              <a:r>
                <a:rPr lang="en-US" sz="900">
                  <a:solidFill>
                    <a:srgbClr val="333333"/>
                  </a:solidFill>
                  <a:latin typeface="Roboto"/>
                  <a:ea typeface="Roboto"/>
                  <a:cs typeface="Roboto"/>
                  <a:sym typeface="Roboto"/>
                </a:rPr>
                <a:t>Loremlpsum</a:t>
              </a:r>
              <a:endParaRPr sz="900">
                <a:latin typeface="Roboto"/>
                <a:ea typeface="Roboto"/>
                <a:cs typeface="Roboto"/>
                <a:sym typeface="Roboto"/>
              </a:endParaRPr>
            </a:p>
          </p:txBody>
        </p:sp>
      </p:grpSp>
      <p:grpSp>
        <p:nvGrpSpPr>
          <p:cNvPr id="423" name="Google Shape;423;p34"/>
          <p:cNvGrpSpPr/>
          <p:nvPr/>
        </p:nvGrpSpPr>
        <p:grpSpPr>
          <a:xfrm>
            <a:off x="4329094" y="1426995"/>
            <a:ext cx="1143000" cy="1384118"/>
            <a:chOff x="0" y="0"/>
            <a:chExt cx="1524000" cy="1845491"/>
          </a:xfrm>
        </p:grpSpPr>
        <p:pic>
          <p:nvPicPr>
            <p:cNvPr descr="이미지" id="424" name="Google Shape;424;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25" name="Google Shape;425;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Loremlpsum</a:t>
              </a:r>
              <a:endParaRPr sz="900">
                <a:latin typeface="Roboto"/>
                <a:ea typeface="Roboto"/>
                <a:cs typeface="Roboto"/>
                <a:sym typeface="Roboto"/>
              </a:endParaRPr>
            </a:p>
          </p:txBody>
        </p:sp>
      </p:grpSp>
      <p:grpSp>
        <p:nvGrpSpPr>
          <p:cNvPr id="426" name="Google Shape;426;p34"/>
          <p:cNvGrpSpPr/>
          <p:nvPr/>
        </p:nvGrpSpPr>
        <p:grpSpPr>
          <a:xfrm>
            <a:off x="5826106" y="1426995"/>
            <a:ext cx="1143000" cy="1384118"/>
            <a:chOff x="0" y="0"/>
            <a:chExt cx="1524000" cy="1845491"/>
          </a:xfrm>
        </p:grpSpPr>
        <p:pic>
          <p:nvPicPr>
            <p:cNvPr descr="이미지" id="427" name="Google Shape;427;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28" name="Google Shape;428;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Marendokidis</a:t>
              </a:r>
              <a:endParaRPr sz="900">
                <a:latin typeface="Roboto"/>
                <a:ea typeface="Roboto"/>
                <a:cs typeface="Roboto"/>
                <a:sym typeface="Roboto"/>
              </a:endParaRPr>
            </a:p>
          </p:txBody>
        </p:sp>
      </p:grpSp>
      <p:grpSp>
        <p:nvGrpSpPr>
          <p:cNvPr id="429" name="Google Shape;429;p34"/>
          <p:cNvGrpSpPr/>
          <p:nvPr/>
        </p:nvGrpSpPr>
        <p:grpSpPr>
          <a:xfrm>
            <a:off x="7323119" y="1426995"/>
            <a:ext cx="1143000" cy="1384118"/>
            <a:chOff x="0" y="0"/>
            <a:chExt cx="1524000" cy="1845491"/>
          </a:xfrm>
        </p:grpSpPr>
        <p:pic>
          <p:nvPicPr>
            <p:cNvPr descr="이미지" id="430" name="Google Shape;430;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31" name="Google Shape;431;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Loremlpsum</a:t>
              </a:r>
              <a:endParaRPr sz="1100">
                <a:latin typeface="Roboto"/>
                <a:ea typeface="Roboto"/>
                <a:cs typeface="Roboto"/>
                <a:sym typeface="Roboto"/>
              </a:endParaRPr>
            </a:p>
          </p:txBody>
        </p:sp>
      </p:grpSp>
      <p:grpSp>
        <p:nvGrpSpPr>
          <p:cNvPr id="432" name="Google Shape;432;p34"/>
          <p:cNvGrpSpPr/>
          <p:nvPr/>
        </p:nvGrpSpPr>
        <p:grpSpPr>
          <a:xfrm>
            <a:off x="1335068" y="3126477"/>
            <a:ext cx="1143000" cy="1384118"/>
            <a:chOff x="0" y="0"/>
            <a:chExt cx="1524000" cy="1845491"/>
          </a:xfrm>
        </p:grpSpPr>
        <p:pic>
          <p:nvPicPr>
            <p:cNvPr descr="이미지" id="433" name="Google Shape;433;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34" name="Google Shape;434;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Firstnamedummy</a:t>
              </a:r>
              <a:endParaRPr sz="900">
                <a:latin typeface="Roboto"/>
                <a:ea typeface="Roboto"/>
                <a:cs typeface="Roboto"/>
                <a:sym typeface="Roboto"/>
              </a:endParaRPr>
            </a:p>
          </p:txBody>
        </p:sp>
      </p:grpSp>
      <p:grpSp>
        <p:nvGrpSpPr>
          <p:cNvPr id="435" name="Google Shape;435;p34"/>
          <p:cNvGrpSpPr/>
          <p:nvPr/>
        </p:nvGrpSpPr>
        <p:grpSpPr>
          <a:xfrm>
            <a:off x="2832081" y="3126477"/>
            <a:ext cx="1143000" cy="1384118"/>
            <a:chOff x="0" y="0"/>
            <a:chExt cx="1524000" cy="1845491"/>
          </a:xfrm>
        </p:grpSpPr>
        <p:pic>
          <p:nvPicPr>
            <p:cNvPr descr="이미지" id="436" name="Google Shape;436;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37" name="Google Shape;437;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333333"/>
                </a:buClr>
                <a:buSzPts val="900"/>
                <a:buFont typeface="Arial"/>
                <a:buNone/>
              </a:pPr>
              <a:r>
                <a:rPr lang="en-US" sz="900">
                  <a:solidFill>
                    <a:srgbClr val="333333"/>
                  </a:solidFill>
                  <a:latin typeface="Roboto"/>
                  <a:ea typeface="Roboto"/>
                  <a:cs typeface="Roboto"/>
                  <a:sym typeface="Roboto"/>
                </a:rPr>
                <a:t>Loremlpsum</a:t>
              </a:r>
              <a:endParaRPr sz="900">
                <a:latin typeface="Roboto"/>
                <a:ea typeface="Roboto"/>
                <a:cs typeface="Roboto"/>
                <a:sym typeface="Roboto"/>
              </a:endParaRPr>
            </a:p>
          </p:txBody>
        </p:sp>
      </p:grpSp>
      <p:grpSp>
        <p:nvGrpSpPr>
          <p:cNvPr id="438" name="Google Shape;438;p34"/>
          <p:cNvGrpSpPr/>
          <p:nvPr/>
        </p:nvGrpSpPr>
        <p:grpSpPr>
          <a:xfrm>
            <a:off x="4329094" y="3126477"/>
            <a:ext cx="1143000" cy="1384118"/>
            <a:chOff x="0" y="0"/>
            <a:chExt cx="1524000" cy="1845491"/>
          </a:xfrm>
        </p:grpSpPr>
        <p:pic>
          <p:nvPicPr>
            <p:cNvPr descr="이미지" id="439" name="Google Shape;439;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40" name="Google Shape;440;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Loremlpsum</a:t>
              </a:r>
              <a:endParaRPr sz="900">
                <a:latin typeface="Roboto"/>
                <a:ea typeface="Roboto"/>
                <a:cs typeface="Roboto"/>
                <a:sym typeface="Roboto"/>
              </a:endParaRPr>
            </a:p>
          </p:txBody>
        </p:sp>
      </p:grpSp>
      <p:grpSp>
        <p:nvGrpSpPr>
          <p:cNvPr id="441" name="Google Shape;441;p34"/>
          <p:cNvGrpSpPr/>
          <p:nvPr/>
        </p:nvGrpSpPr>
        <p:grpSpPr>
          <a:xfrm>
            <a:off x="5826106" y="3126477"/>
            <a:ext cx="1143000" cy="1384118"/>
            <a:chOff x="0" y="0"/>
            <a:chExt cx="1524000" cy="1845491"/>
          </a:xfrm>
        </p:grpSpPr>
        <p:pic>
          <p:nvPicPr>
            <p:cNvPr descr="이미지" id="442" name="Google Shape;442;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43" name="Google Shape;443;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Marendokidis</a:t>
              </a:r>
              <a:endParaRPr sz="900">
                <a:latin typeface="Roboto"/>
                <a:ea typeface="Roboto"/>
                <a:cs typeface="Roboto"/>
                <a:sym typeface="Roboto"/>
              </a:endParaRPr>
            </a:p>
          </p:txBody>
        </p:sp>
      </p:grpSp>
      <p:grpSp>
        <p:nvGrpSpPr>
          <p:cNvPr id="444" name="Google Shape;444;p34"/>
          <p:cNvGrpSpPr/>
          <p:nvPr/>
        </p:nvGrpSpPr>
        <p:grpSpPr>
          <a:xfrm>
            <a:off x="7323119" y="3126477"/>
            <a:ext cx="1143000" cy="1384118"/>
            <a:chOff x="0" y="0"/>
            <a:chExt cx="1524000" cy="1845491"/>
          </a:xfrm>
        </p:grpSpPr>
        <p:pic>
          <p:nvPicPr>
            <p:cNvPr descr="이미지" id="445" name="Google Shape;445;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46" name="Google Shape;446;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Loremlpsum</a:t>
              </a:r>
              <a:endParaRPr sz="900">
                <a:latin typeface="Roboto"/>
                <a:ea typeface="Roboto"/>
                <a:cs typeface="Roboto"/>
                <a:sym typeface="Roboto"/>
              </a:endParaRPr>
            </a:p>
          </p:txBody>
        </p:sp>
      </p:grpSp>
      <p:grpSp>
        <p:nvGrpSpPr>
          <p:cNvPr id="447" name="Google Shape;447;p34"/>
          <p:cNvGrpSpPr/>
          <p:nvPr/>
        </p:nvGrpSpPr>
        <p:grpSpPr>
          <a:xfrm>
            <a:off x="1335068" y="1426995"/>
            <a:ext cx="1143000" cy="1384118"/>
            <a:chOff x="0" y="0"/>
            <a:chExt cx="1524000" cy="1845491"/>
          </a:xfrm>
        </p:grpSpPr>
        <p:pic>
          <p:nvPicPr>
            <p:cNvPr descr="이미지" id="448" name="Google Shape;448;p34"/>
            <p:cNvPicPr preferRelativeResize="0"/>
            <p:nvPr/>
          </p:nvPicPr>
          <p:blipFill rotWithShape="1">
            <a:blip r:embed="rId3">
              <a:alphaModFix/>
            </a:blip>
            <a:srcRect b="21633" l="3298" r="19548" t="1213"/>
            <a:stretch/>
          </p:blipFill>
          <p:spPr>
            <a:xfrm>
              <a:off x="1587" y="0"/>
              <a:ext cx="1520826" cy="1520825"/>
            </a:xfrm>
            <a:custGeom>
              <a:rect b="b" l="l" r="r" t="t"/>
              <a:pathLst>
                <a:path extrusionOk="0" h="21600" w="21600">
                  <a:moveTo>
                    <a:pt x="10800" y="0"/>
                  </a:moveTo>
                  <a:cubicBezTo>
                    <a:pt x="9540" y="0"/>
                    <a:pt x="8292" y="223"/>
                    <a:pt x="7108" y="654"/>
                  </a:cubicBezTo>
                  <a:cubicBezTo>
                    <a:pt x="4108" y="1746"/>
                    <a:pt x="1746" y="4108"/>
                    <a:pt x="654" y="7108"/>
                  </a:cubicBezTo>
                  <a:cubicBezTo>
                    <a:pt x="223" y="8292"/>
                    <a:pt x="0" y="9540"/>
                    <a:pt x="0" y="10800"/>
                  </a:cubicBezTo>
                  <a:cubicBezTo>
                    <a:pt x="0" y="12060"/>
                    <a:pt x="223" y="13314"/>
                    <a:pt x="654" y="14498"/>
                  </a:cubicBezTo>
                  <a:cubicBezTo>
                    <a:pt x="1746" y="17498"/>
                    <a:pt x="4108" y="19860"/>
                    <a:pt x="7108" y="20952"/>
                  </a:cubicBezTo>
                  <a:cubicBezTo>
                    <a:pt x="8292" y="21383"/>
                    <a:pt x="9540" y="21600"/>
                    <a:pt x="10800" y="21600"/>
                  </a:cubicBezTo>
                  <a:cubicBezTo>
                    <a:pt x="12060" y="21600"/>
                    <a:pt x="13314" y="21383"/>
                    <a:pt x="14498" y="20952"/>
                  </a:cubicBezTo>
                  <a:cubicBezTo>
                    <a:pt x="17498" y="19860"/>
                    <a:pt x="19860" y="17498"/>
                    <a:pt x="20952" y="14498"/>
                  </a:cubicBezTo>
                  <a:cubicBezTo>
                    <a:pt x="21383" y="13314"/>
                    <a:pt x="21600" y="12060"/>
                    <a:pt x="21600" y="10800"/>
                  </a:cubicBezTo>
                  <a:cubicBezTo>
                    <a:pt x="21600" y="9540"/>
                    <a:pt x="21383" y="8292"/>
                    <a:pt x="20952" y="7108"/>
                  </a:cubicBezTo>
                  <a:cubicBezTo>
                    <a:pt x="19860" y="4108"/>
                    <a:pt x="17498" y="1746"/>
                    <a:pt x="14498" y="654"/>
                  </a:cubicBezTo>
                  <a:cubicBezTo>
                    <a:pt x="13314" y="223"/>
                    <a:pt x="12060" y="0"/>
                    <a:pt x="10800" y="0"/>
                  </a:cubicBezTo>
                  <a:close/>
                </a:path>
              </a:pathLst>
            </a:custGeom>
            <a:noFill/>
            <a:ln>
              <a:noFill/>
            </a:ln>
          </p:spPr>
        </p:pic>
        <p:sp>
          <p:nvSpPr>
            <p:cNvPr id="449" name="Google Shape;449;p34"/>
            <p:cNvSpPr txBox="1"/>
            <p:nvPr/>
          </p:nvSpPr>
          <p:spPr>
            <a:xfrm>
              <a:off x="0" y="1679291"/>
              <a:ext cx="1524000" cy="1662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Firstnamedummy</a:t>
              </a:r>
              <a:endParaRPr sz="900">
                <a:solidFill>
                  <a:srgbClr val="333333"/>
                </a:solidFill>
                <a:latin typeface="Roboto"/>
                <a:ea typeface="Roboto"/>
                <a:cs typeface="Roboto"/>
                <a:sym typeface="Roboto"/>
              </a:endParaRPr>
            </a:p>
          </p:txBody>
        </p:sp>
      </p:grpSp>
      <p:sp>
        <p:nvSpPr>
          <p:cNvPr id="450" name="Google Shape;450;p34"/>
          <p:cNvSpPr txBox="1"/>
          <p:nvPr>
            <p:ph idx="12" type="sldNum"/>
          </p:nvPr>
        </p:nvSpPr>
        <p:spPr>
          <a:xfrm>
            <a:off x="262648" y="4736287"/>
            <a:ext cx="1527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451" name="Google Shape;451;p34"/>
          <p:cNvSpPr txBox="1"/>
          <p:nvPr>
            <p:ph type="title"/>
          </p:nvPr>
        </p:nvSpPr>
        <p:spPr>
          <a:xfrm>
            <a:off x="1333500" y="670055"/>
            <a:ext cx="7145100" cy="4569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 Ipsum is Dummy  </a:t>
            </a:r>
            <a:endParaRPr/>
          </a:p>
        </p:txBody>
      </p:sp>
      <p:grpSp>
        <p:nvGrpSpPr>
          <p:cNvPr id="452" name="Google Shape;452;p34"/>
          <p:cNvGrpSpPr/>
          <p:nvPr/>
        </p:nvGrpSpPr>
        <p:grpSpPr>
          <a:xfrm>
            <a:off x="1336000" y="1426812"/>
            <a:ext cx="1143018" cy="1143018"/>
            <a:chOff x="1336000" y="1426812"/>
            <a:chExt cx="1143018" cy="1143018"/>
          </a:xfrm>
        </p:grpSpPr>
        <p:pic>
          <p:nvPicPr>
            <p:cNvPr descr="Picture Placeholder 4" id="453" name="Google Shape;453;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54" name="Google Shape;454;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55" name="Google Shape;455;p34"/>
          <p:cNvGrpSpPr/>
          <p:nvPr/>
        </p:nvGrpSpPr>
        <p:grpSpPr>
          <a:xfrm>
            <a:off x="2832075" y="1426812"/>
            <a:ext cx="1143018" cy="1143018"/>
            <a:chOff x="1336000" y="1426812"/>
            <a:chExt cx="1143018" cy="1143018"/>
          </a:xfrm>
        </p:grpSpPr>
        <p:pic>
          <p:nvPicPr>
            <p:cNvPr descr="Picture Placeholder 4" id="456" name="Google Shape;456;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57" name="Google Shape;457;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58" name="Google Shape;458;p34"/>
          <p:cNvGrpSpPr/>
          <p:nvPr/>
        </p:nvGrpSpPr>
        <p:grpSpPr>
          <a:xfrm>
            <a:off x="4329550" y="1426812"/>
            <a:ext cx="1143018" cy="1143018"/>
            <a:chOff x="1336000" y="1426812"/>
            <a:chExt cx="1143018" cy="1143018"/>
          </a:xfrm>
        </p:grpSpPr>
        <p:pic>
          <p:nvPicPr>
            <p:cNvPr descr="Picture Placeholder 4" id="459" name="Google Shape;459;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60" name="Google Shape;460;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61" name="Google Shape;461;p34"/>
          <p:cNvGrpSpPr/>
          <p:nvPr/>
        </p:nvGrpSpPr>
        <p:grpSpPr>
          <a:xfrm>
            <a:off x="5825625" y="1426812"/>
            <a:ext cx="1143018" cy="1143018"/>
            <a:chOff x="1336000" y="1426812"/>
            <a:chExt cx="1143018" cy="1143018"/>
          </a:xfrm>
        </p:grpSpPr>
        <p:pic>
          <p:nvPicPr>
            <p:cNvPr descr="Picture Placeholder 4" id="462" name="Google Shape;462;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63" name="Google Shape;463;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64" name="Google Shape;464;p34"/>
          <p:cNvGrpSpPr/>
          <p:nvPr/>
        </p:nvGrpSpPr>
        <p:grpSpPr>
          <a:xfrm>
            <a:off x="7322625" y="1426812"/>
            <a:ext cx="1143018" cy="1143018"/>
            <a:chOff x="1336000" y="1426812"/>
            <a:chExt cx="1143018" cy="1143018"/>
          </a:xfrm>
        </p:grpSpPr>
        <p:pic>
          <p:nvPicPr>
            <p:cNvPr descr="Picture Placeholder 4" id="465" name="Google Shape;465;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66" name="Google Shape;466;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67" name="Google Shape;467;p34"/>
          <p:cNvGrpSpPr/>
          <p:nvPr/>
        </p:nvGrpSpPr>
        <p:grpSpPr>
          <a:xfrm>
            <a:off x="1336000" y="3125912"/>
            <a:ext cx="1143018" cy="1143018"/>
            <a:chOff x="1336000" y="1426812"/>
            <a:chExt cx="1143018" cy="1143018"/>
          </a:xfrm>
        </p:grpSpPr>
        <p:pic>
          <p:nvPicPr>
            <p:cNvPr descr="Picture Placeholder 4" id="468" name="Google Shape;468;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69" name="Google Shape;469;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70" name="Google Shape;470;p34"/>
          <p:cNvGrpSpPr/>
          <p:nvPr/>
        </p:nvGrpSpPr>
        <p:grpSpPr>
          <a:xfrm>
            <a:off x="2832075" y="3125912"/>
            <a:ext cx="1143018" cy="1143018"/>
            <a:chOff x="1336000" y="1426812"/>
            <a:chExt cx="1143018" cy="1143018"/>
          </a:xfrm>
        </p:grpSpPr>
        <p:pic>
          <p:nvPicPr>
            <p:cNvPr descr="Picture Placeholder 4" id="471" name="Google Shape;471;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72" name="Google Shape;472;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73" name="Google Shape;473;p34"/>
          <p:cNvGrpSpPr/>
          <p:nvPr/>
        </p:nvGrpSpPr>
        <p:grpSpPr>
          <a:xfrm>
            <a:off x="4329550" y="3125912"/>
            <a:ext cx="1143018" cy="1143018"/>
            <a:chOff x="1336000" y="1426812"/>
            <a:chExt cx="1143018" cy="1143018"/>
          </a:xfrm>
        </p:grpSpPr>
        <p:pic>
          <p:nvPicPr>
            <p:cNvPr descr="Picture Placeholder 4" id="474" name="Google Shape;474;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75" name="Google Shape;475;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76" name="Google Shape;476;p34"/>
          <p:cNvGrpSpPr/>
          <p:nvPr/>
        </p:nvGrpSpPr>
        <p:grpSpPr>
          <a:xfrm>
            <a:off x="5825625" y="3125912"/>
            <a:ext cx="1143018" cy="1143018"/>
            <a:chOff x="1336000" y="1426812"/>
            <a:chExt cx="1143018" cy="1143018"/>
          </a:xfrm>
        </p:grpSpPr>
        <p:pic>
          <p:nvPicPr>
            <p:cNvPr descr="Picture Placeholder 4" id="477" name="Google Shape;477;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78" name="Google Shape;478;p34"/>
            <p:cNvPicPr preferRelativeResize="0"/>
            <p:nvPr/>
          </p:nvPicPr>
          <p:blipFill>
            <a:blip r:embed="rId5">
              <a:alphaModFix/>
            </a:blip>
            <a:stretch>
              <a:fillRect/>
            </a:stretch>
          </p:blipFill>
          <p:spPr>
            <a:xfrm>
              <a:off x="1756154" y="1846947"/>
              <a:ext cx="302725" cy="302725"/>
            </a:xfrm>
            <a:prstGeom prst="rect">
              <a:avLst/>
            </a:prstGeom>
            <a:noFill/>
            <a:ln>
              <a:noFill/>
            </a:ln>
          </p:spPr>
        </p:pic>
      </p:grpSp>
      <p:grpSp>
        <p:nvGrpSpPr>
          <p:cNvPr id="479" name="Google Shape;479;p34"/>
          <p:cNvGrpSpPr/>
          <p:nvPr/>
        </p:nvGrpSpPr>
        <p:grpSpPr>
          <a:xfrm>
            <a:off x="7322625" y="3125912"/>
            <a:ext cx="1143018" cy="1143018"/>
            <a:chOff x="1336000" y="1426812"/>
            <a:chExt cx="1143018" cy="1143018"/>
          </a:xfrm>
        </p:grpSpPr>
        <p:pic>
          <p:nvPicPr>
            <p:cNvPr descr="Picture Placeholder 4" id="480" name="Google Shape;480;p34"/>
            <p:cNvPicPr preferRelativeResize="0"/>
            <p:nvPr/>
          </p:nvPicPr>
          <p:blipFill rotWithShape="1">
            <a:blip r:embed="rId4">
              <a:alphaModFix amt="50000"/>
            </a:blip>
            <a:srcRect b="9994" l="9986" r="9994" t="9986"/>
            <a:stretch/>
          </p:blipFill>
          <p:spPr>
            <a:xfrm>
              <a:off x="1336000" y="1426812"/>
              <a:ext cx="1143018" cy="1143018"/>
            </a:xfrm>
            <a:custGeom>
              <a:rect b="b" l="l" r="r" t="t"/>
              <a:pathLst>
                <a:path extrusionOk="0" h="21600" w="21600">
                  <a:moveTo>
                    <a:pt x="10800" y="0"/>
                  </a:moveTo>
                  <a:cubicBezTo>
                    <a:pt x="9540" y="0"/>
                    <a:pt x="8288" y="222"/>
                    <a:pt x="7104" y="652"/>
                  </a:cubicBezTo>
                  <a:cubicBezTo>
                    <a:pt x="4104" y="1744"/>
                    <a:pt x="1744" y="4104"/>
                    <a:pt x="652" y="7104"/>
                  </a:cubicBezTo>
                  <a:cubicBezTo>
                    <a:pt x="222" y="8288"/>
                    <a:pt x="0" y="9540"/>
                    <a:pt x="0" y="10800"/>
                  </a:cubicBezTo>
                  <a:cubicBezTo>
                    <a:pt x="0" y="12060"/>
                    <a:pt x="222" y="13312"/>
                    <a:pt x="652" y="14496"/>
                  </a:cubicBezTo>
                  <a:cubicBezTo>
                    <a:pt x="1744" y="17496"/>
                    <a:pt x="4104" y="19856"/>
                    <a:pt x="7104" y="20948"/>
                  </a:cubicBezTo>
                  <a:cubicBezTo>
                    <a:pt x="8288" y="21378"/>
                    <a:pt x="9540" y="21600"/>
                    <a:pt x="10800" y="21600"/>
                  </a:cubicBezTo>
                  <a:cubicBezTo>
                    <a:pt x="12060" y="21600"/>
                    <a:pt x="13312" y="21378"/>
                    <a:pt x="14496" y="20948"/>
                  </a:cubicBezTo>
                  <a:cubicBezTo>
                    <a:pt x="17496" y="19856"/>
                    <a:pt x="19856" y="17496"/>
                    <a:pt x="20948" y="14496"/>
                  </a:cubicBezTo>
                  <a:cubicBezTo>
                    <a:pt x="21378" y="13312"/>
                    <a:pt x="21600" y="12060"/>
                    <a:pt x="21600" y="10800"/>
                  </a:cubicBezTo>
                  <a:cubicBezTo>
                    <a:pt x="21600" y="9540"/>
                    <a:pt x="21378" y="8288"/>
                    <a:pt x="20948" y="7104"/>
                  </a:cubicBezTo>
                  <a:cubicBezTo>
                    <a:pt x="19856" y="4104"/>
                    <a:pt x="17496" y="1744"/>
                    <a:pt x="14496" y="652"/>
                  </a:cubicBezTo>
                  <a:cubicBezTo>
                    <a:pt x="13312" y="222"/>
                    <a:pt x="12060" y="0"/>
                    <a:pt x="10800" y="0"/>
                  </a:cubicBezTo>
                  <a:close/>
                </a:path>
              </a:pathLst>
            </a:custGeom>
            <a:noFill/>
            <a:ln>
              <a:noFill/>
            </a:ln>
          </p:spPr>
        </p:pic>
        <p:pic>
          <p:nvPicPr>
            <p:cNvPr id="481" name="Google Shape;481;p34"/>
            <p:cNvPicPr preferRelativeResize="0"/>
            <p:nvPr/>
          </p:nvPicPr>
          <p:blipFill>
            <a:blip r:embed="rId5">
              <a:alphaModFix/>
            </a:blip>
            <a:stretch>
              <a:fillRect/>
            </a:stretch>
          </p:blipFill>
          <p:spPr>
            <a:xfrm>
              <a:off x="1756154" y="1846947"/>
              <a:ext cx="302725" cy="302725"/>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5"/>
          <p:cNvSpPr txBox="1"/>
          <p:nvPr>
            <p:ph type="title"/>
          </p:nvPr>
        </p:nvSpPr>
        <p:spPr>
          <a:xfrm>
            <a:off x="1336675" y="954175"/>
            <a:ext cx="2148900" cy="7962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 Ipsum</a:t>
            </a:r>
            <a:endParaRPr/>
          </a:p>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is Dummy</a:t>
            </a:r>
            <a:endParaRPr/>
          </a:p>
        </p:txBody>
      </p:sp>
      <p:sp>
        <p:nvSpPr>
          <p:cNvPr id="487" name="Google Shape;487;p35"/>
          <p:cNvSpPr txBox="1"/>
          <p:nvPr>
            <p:ph idx="12" type="sldNum"/>
          </p:nvPr>
        </p:nvSpPr>
        <p:spPr>
          <a:xfrm>
            <a:off x="262741" y="4736287"/>
            <a:ext cx="152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pic>
        <p:nvPicPr>
          <p:cNvPr descr="이미지" id="488" name="Google Shape;488;p35"/>
          <p:cNvPicPr preferRelativeResize="0"/>
          <p:nvPr/>
        </p:nvPicPr>
        <p:blipFill rotWithShape="1">
          <a:blip r:embed="rId3">
            <a:alphaModFix/>
          </a:blip>
          <a:srcRect b="0" l="4141" r="0" t="2296"/>
          <a:stretch/>
        </p:blipFill>
        <p:spPr>
          <a:xfrm>
            <a:off x="4912200" y="667000"/>
            <a:ext cx="3287000" cy="4476500"/>
          </a:xfrm>
          <a:prstGeom prst="rect">
            <a:avLst/>
          </a:prstGeom>
          <a:noFill/>
          <a:ln>
            <a:noFill/>
          </a:ln>
        </p:spPr>
      </p:pic>
      <p:sp>
        <p:nvSpPr>
          <p:cNvPr id="489" name="Google Shape;489;p35"/>
          <p:cNvSpPr txBox="1"/>
          <p:nvPr/>
        </p:nvSpPr>
        <p:spPr>
          <a:xfrm>
            <a:off x="1341754" y="2472820"/>
            <a:ext cx="2148900" cy="1980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entury Gothic"/>
              <a:buNone/>
            </a:pPr>
            <a:r>
              <a:rPr b="1" i="0" lang="en-US" sz="1200" u="none" cap="none" strike="noStrike">
                <a:solidFill>
                  <a:srgbClr val="000000"/>
                </a:solidFill>
                <a:latin typeface="Century Gothic"/>
                <a:ea typeface="Century Gothic"/>
                <a:cs typeface="Century Gothic"/>
                <a:sym typeface="Century Gothic"/>
              </a:rPr>
              <a:t>Lorem Ipsum is simply</a:t>
            </a:r>
            <a:endParaRPr sz="1100"/>
          </a:p>
        </p:txBody>
      </p:sp>
      <p:sp>
        <p:nvSpPr>
          <p:cNvPr id="490" name="Google Shape;490;p35"/>
          <p:cNvSpPr txBox="1"/>
          <p:nvPr/>
        </p:nvSpPr>
        <p:spPr>
          <a:xfrm>
            <a:off x="1341754" y="2855725"/>
            <a:ext cx="2152800" cy="106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 is simply dummy text of the printing and typesetting </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industry. When an unknown printer </a:t>
            </a:r>
            <a:endParaRPr sz="900">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t/>
            </a:r>
            <a:endParaRPr i="0" sz="900" u="none" cap="none" strike="noStrike">
              <a:solidFill>
                <a:srgbClr val="333333"/>
              </a:solidFill>
              <a:latin typeface="Roboto"/>
              <a:ea typeface="Roboto"/>
              <a:cs typeface="Roboto"/>
              <a:sym typeface="Roboto"/>
            </a:endParaRPr>
          </a:p>
          <a:p>
            <a:pPr indent="0" lvl="0" marL="0" marR="0" rtl="0" algn="l">
              <a:lnSpc>
                <a:spcPct val="125000"/>
              </a:lnSpc>
              <a:spcBef>
                <a:spcPts val="0"/>
              </a:spcBef>
              <a:spcAft>
                <a:spcPts val="0"/>
              </a:spcAft>
              <a:buClr>
                <a:srgbClr val="333333"/>
              </a:buClr>
              <a:buSzPts val="900"/>
              <a:buFont typeface="Arial"/>
              <a:buNone/>
            </a:pPr>
            <a:r>
              <a:rPr i="0" lang="en-US" sz="900" u="none" cap="none" strike="noStrike">
                <a:solidFill>
                  <a:srgbClr val="333333"/>
                </a:solidFill>
                <a:latin typeface="Roboto"/>
                <a:ea typeface="Roboto"/>
                <a:cs typeface="Roboto"/>
                <a:sym typeface="Roboto"/>
              </a:rPr>
              <a:t>Lorem Ipsum@simply.com</a:t>
            </a:r>
            <a:endParaRPr sz="900">
              <a:latin typeface="Roboto"/>
              <a:ea typeface="Roboto"/>
              <a:cs typeface="Roboto"/>
              <a:sym typeface="Roboto"/>
            </a:endParaRPr>
          </a:p>
        </p:txBody>
      </p:sp>
      <p:pic>
        <p:nvPicPr>
          <p:cNvPr descr="Picture Placeholder 4" id="491" name="Google Shape;491;p35"/>
          <p:cNvPicPr preferRelativeResize="0"/>
          <p:nvPr/>
        </p:nvPicPr>
        <p:blipFill rotWithShape="1">
          <a:blip r:embed="rId4">
            <a:alphaModFix amt="50000"/>
          </a:blip>
          <a:srcRect b="0" l="0" r="0" t="0"/>
          <a:stretch/>
        </p:blipFill>
        <p:spPr>
          <a:xfrm>
            <a:off x="4912204" y="667047"/>
            <a:ext cx="3655391" cy="4476513"/>
          </a:xfrm>
          <a:prstGeom prst="rect">
            <a:avLst/>
          </a:prstGeom>
          <a:noFill/>
          <a:ln>
            <a:noFill/>
          </a:ln>
        </p:spPr>
      </p:pic>
      <p:pic>
        <p:nvPicPr>
          <p:cNvPr id="492" name="Google Shape;492;p35"/>
          <p:cNvPicPr preferRelativeResize="0"/>
          <p:nvPr/>
        </p:nvPicPr>
        <p:blipFill>
          <a:blip r:embed="rId5">
            <a:alphaModFix/>
          </a:blip>
          <a:stretch>
            <a:fillRect/>
          </a:stretch>
        </p:blipFill>
        <p:spPr>
          <a:xfrm>
            <a:off x="8134729" y="4696372"/>
            <a:ext cx="302725" cy="302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6"/>
          <p:cNvSpPr txBox="1"/>
          <p:nvPr>
            <p:ph idx="12" type="sldNum"/>
          </p:nvPr>
        </p:nvSpPr>
        <p:spPr>
          <a:xfrm>
            <a:off x="256416" y="4736287"/>
            <a:ext cx="1650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498" name="Google Shape;498;p36"/>
          <p:cNvSpPr txBox="1"/>
          <p:nvPr>
            <p:ph type="title"/>
          </p:nvPr>
        </p:nvSpPr>
        <p:spPr>
          <a:xfrm>
            <a:off x="1333500" y="950594"/>
            <a:ext cx="2257500" cy="7905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a:t>
            </a:r>
            <a:endParaRPr/>
          </a:p>
          <a:p>
            <a:pPr indent="0" lvl="0" marL="0" rtl="0" algn="l">
              <a:lnSpc>
                <a:spcPct val="95000"/>
              </a:lnSpc>
              <a:spcBef>
                <a:spcPts val="0"/>
              </a:spcBef>
              <a:spcAft>
                <a:spcPts val="0"/>
              </a:spcAft>
              <a:buClr>
                <a:srgbClr val="832BFB"/>
              </a:buClr>
              <a:buSzPts val="2700"/>
              <a:buFont typeface="Century Gothic"/>
              <a:buNone/>
            </a:pPr>
            <a:r>
              <a:rPr lang="en-US">
                <a:solidFill>
                  <a:srgbClr val="832BFB"/>
                </a:solidFill>
              </a:rPr>
              <a:t>Timeline</a:t>
            </a:r>
            <a:endParaRPr/>
          </a:p>
        </p:txBody>
      </p:sp>
      <p:cxnSp>
        <p:nvCxnSpPr>
          <p:cNvPr id="499" name="Google Shape;499;p36"/>
          <p:cNvCxnSpPr/>
          <p:nvPr/>
        </p:nvCxnSpPr>
        <p:spPr>
          <a:xfrm rot="10800000">
            <a:off x="3808222" y="1319400"/>
            <a:ext cx="0" cy="3824100"/>
          </a:xfrm>
          <a:prstGeom prst="straightConnector1">
            <a:avLst/>
          </a:prstGeom>
          <a:noFill/>
          <a:ln cap="flat" cmpd="sng" w="12700">
            <a:solidFill>
              <a:srgbClr val="832BFB"/>
            </a:solidFill>
            <a:prstDash val="solid"/>
            <a:miter lim="400000"/>
            <a:headEnd len="sm" w="sm" type="none"/>
            <a:tailEnd len="sm" w="sm" type="none"/>
          </a:ln>
        </p:spPr>
      </p:cxnSp>
      <p:grpSp>
        <p:nvGrpSpPr>
          <p:cNvPr id="500" name="Google Shape;500;p36"/>
          <p:cNvGrpSpPr/>
          <p:nvPr/>
        </p:nvGrpSpPr>
        <p:grpSpPr>
          <a:xfrm>
            <a:off x="3751723" y="1233604"/>
            <a:ext cx="4083721" cy="599565"/>
            <a:chOff x="0" y="9769"/>
            <a:chExt cx="5444962" cy="799420"/>
          </a:xfrm>
        </p:grpSpPr>
        <p:grpSp>
          <p:nvGrpSpPr>
            <p:cNvPr id="501" name="Google Shape;501;p36"/>
            <p:cNvGrpSpPr/>
            <p:nvPr/>
          </p:nvGrpSpPr>
          <p:grpSpPr>
            <a:xfrm>
              <a:off x="365061" y="9769"/>
              <a:ext cx="5079901" cy="799420"/>
              <a:chOff x="0" y="9769"/>
              <a:chExt cx="5079900" cy="799419"/>
            </a:xfrm>
          </p:grpSpPr>
          <p:sp>
            <p:nvSpPr>
              <p:cNvPr id="502" name="Google Shape;502;p36"/>
              <p:cNvSpPr txBox="1"/>
              <p:nvPr/>
            </p:nvSpPr>
            <p:spPr>
              <a:xfrm>
                <a:off x="1367" y="9769"/>
                <a:ext cx="3517500" cy="53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32BFB"/>
                  </a:buClr>
                  <a:buSzPts val="1300"/>
                  <a:buFont typeface="Century Gothic"/>
                  <a:buNone/>
                </a:pPr>
                <a:r>
                  <a:rPr b="1" i="0" lang="en-US" sz="1300" u="none" cap="none" strike="noStrike">
                    <a:solidFill>
                      <a:srgbClr val="832BFB"/>
                    </a:solidFill>
                    <a:latin typeface="Century Gothic"/>
                    <a:ea typeface="Century Gothic"/>
                    <a:cs typeface="Century Gothic"/>
                    <a:sym typeface="Century Gothic"/>
                  </a:rPr>
                  <a:t>ESTABLISHMENT</a:t>
                </a:r>
                <a:endParaRPr sz="1100"/>
              </a:p>
              <a:p>
                <a:pPr indent="0" lvl="0" marL="0" marR="0" rtl="0" algn="l">
                  <a:lnSpc>
                    <a:spcPct val="100000"/>
                  </a:lnSpc>
                  <a:spcBef>
                    <a:spcPts val="0"/>
                  </a:spcBef>
                  <a:spcAft>
                    <a:spcPts val="0"/>
                  </a:spcAft>
                  <a:buClr>
                    <a:srgbClr val="000000"/>
                  </a:buClr>
                  <a:buSzPts val="1300"/>
                  <a:buFont typeface="Century Gothic"/>
                  <a:buNone/>
                </a:pPr>
                <a:r>
                  <a:rPr b="1" i="0" lang="en-US" sz="1300" u="none" cap="none" strike="noStrike">
                    <a:solidFill>
                      <a:srgbClr val="000000"/>
                    </a:solidFill>
                    <a:latin typeface="Century Gothic"/>
                    <a:ea typeface="Century Gothic"/>
                    <a:cs typeface="Century Gothic"/>
                    <a:sym typeface="Century Gothic"/>
                  </a:rPr>
                  <a:t>July,2019</a:t>
                </a:r>
                <a:endParaRPr sz="1100"/>
              </a:p>
            </p:txBody>
          </p:sp>
          <p:sp>
            <p:nvSpPr>
              <p:cNvPr id="503" name="Google Shape;503;p36"/>
              <p:cNvSpPr txBox="1"/>
              <p:nvPr/>
            </p:nvSpPr>
            <p:spPr>
              <a:xfrm>
                <a:off x="0" y="606088"/>
                <a:ext cx="5079900" cy="203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Lorem Ipsum is simply dummy text of the printing and type</a:t>
                </a:r>
                <a:endParaRPr sz="900">
                  <a:solidFill>
                    <a:srgbClr val="666666"/>
                  </a:solidFill>
                  <a:latin typeface="Roboto"/>
                  <a:ea typeface="Roboto"/>
                  <a:cs typeface="Roboto"/>
                  <a:sym typeface="Roboto"/>
                </a:endParaRPr>
              </a:p>
            </p:txBody>
          </p:sp>
        </p:grpSp>
        <p:sp>
          <p:nvSpPr>
            <p:cNvPr id="504" name="Google Shape;504;p36"/>
            <p:cNvSpPr/>
            <p:nvPr/>
          </p:nvSpPr>
          <p:spPr>
            <a:xfrm>
              <a:off x="0" y="58741"/>
              <a:ext cx="150664" cy="150665"/>
            </a:xfrm>
            <a:prstGeom prst="ellipse">
              <a:avLst/>
            </a:prstGeom>
            <a:solidFill>
              <a:srgbClr val="832BFB"/>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505" name="Google Shape;505;p36"/>
          <p:cNvGrpSpPr/>
          <p:nvPr/>
        </p:nvGrpSpPr>
        <p:grpSpPr>
          <a:xfrm>
            <a:off x="3761248" y="2124183"/>
            <a:ext cx="4074196" cy="551488"/>
            <a:chOff x="0" y="0"/>
            <a:chExt cx="5432262" cy="735318"/>
          </a:xfrm>
        </p:grpSpPr>
        <p:grpSp>
          <p:nvGrpSpPr>
            <p:cNvPr id="506" name="Google Shape;506;p36"/>
            <p:cNvGrpSpPr/>
            <p:nvPr/>
          </p:nvGrpSpPr>
          <p:grpSpPr>
            <a:xfrm>
              <a:off x="352361" y="0"/>
              <a:ext cx="5079901" cy="735318"/>
              <a:chOff x="0" y="0"/>
              <a:chExt cx="5079900" cy="735317"/>
            </a:xfrm>
          </p:grpSpPr>
          <p:sp>
            <p:nvSpPr>
              <p:cNvPr id="507" name="Google Shape;507;p36"/>
              <p:cNvSpPr txBox="1"/>
              <p:nvPr/>
            </p:nvSpPr>
            <p:spPr>
              <a:xfrm>
                <a:off x="1453" y="0"/>
                <a:ext cx="3517500" cy="22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Century Gothic"/>
                  <a:buNone/>
                </a:pPr>
                <a:r>
                  <a:rPr b="1" i="0" lang="en-US" sz="1100" u="none" cap="none" strike="noStrike">
                    <a:solidFill>
                      <a:srgbClr val="000000"/>
                    </a:solidFill>
                    <a:latin typeface="Century Gothic"/>
                    <a:ea typeface="Century Gothic"/>
                    <a:cs typeface="Century Gothic"/>
                    <a:sym typeface="Century Gothic"/>
                  </a:rPr>
                  <a:t>October, 2019</a:t>
                </a:r>
                <a:endParaRPr sz="1100">
                  <a:latin typeface="Century Gothic"/>
                  <a:ea typeface="Century Gothic"/>
                  <a:cs typeface="Century Gothic"/>
                  <a:sym typeface="Century Gothic"/>
                </a:endParaRPr>
              </a:p>
            </p:txBody>
          </p:sp>
          <p:sp>
            <p:nvSpPr>
              <p:cNvPr id="508" name="Google Shape;508;p36"/>
              <p:cNvSpPr txBox="1"/>
              <p:nvPr/>
            </p:nvSpPr>
            <p:spPr>
              <a:xfrm>
                <a:off x="0" y="319817"/>
                <a:ext cx="5079900" cy="4155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There are many variations of passages of Lorem Ipsum available, but the majority have suffered alteration in some form, by injected humour</a:t>
                </a:r>
                <a:endParaRPr sz="1100">
                  <a:latin typeface="Roboto"/>
                  <a:ea typeface="Roboto"/>
                  <a:cs typeface="Roboto"/>
                  <a:sym typeface="Roboto"/>
                </a:endParaRPr>
              </a:p>
            </p:txBody>
          </p:sp>
        </p:grpSp>
        <p:sp>
          <p:nvSpPr>
            <p:cNvPr id="509" name="Google Shape;509;p36"/>
            <p:cNvSpPr/>
            <p:nvPr/>
          </p:nvSpPr>
          <p:spPr>
            <a:xfrm>
              <a:off x="0" y="48983"/>
              <a:ext cx="125264" cy="125265"/>
            </a:xfrm>
            <a:prstGeom prst="ellipse">
              <a:avLst/>
            </a:prstGeom>
            <a:solidFill>
              <a:srgbClr val="FFFFFF"/>
            </a:solidFill>
            <a:ln cap="flat" cmpd="sng" w="38100">
              <a:solidFill>
                <a:srgbClr val="832BFB"/>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510" name="Google Shape;510;p36"/>
          <p:cNvGrpSpPr/>
          <p:nvPr/>
        </p:nvGrpSpPr>
        <p:grpSpPr>
          <a:xfrm>
            <a:off x="3761248" y="2995469"/>
            <a:ext cx="4074196" cy="363810"/>
            <a:chOff x="0" y="19538"/>
            <a:chExt cx="5432262" cy="485080"/>
          </a:xfrm>
        </p:grpSpPr>
        <p:grpSp>
          <p:nvGrpSpPr>
            <p:cNvPr id="511" name="Google Shape;511;p36"/>
            <p:cNvGrpSpPr/>
            <p:nvPr/>
          </p:nvGrpSpPr>
          <p:grpSpPr>
            <a:xfrm>
              <a:off x="352361" y="19538"/>
              <a:ext cx="5079901" cy="485080"/>
              <a:chOff x="0" y="19538"/>
              <a:chExt cx="5079900" cy="485079"/>
            </a:xfrm>
          </p:grpSpPr>
          <p:sp>
            <p:nvSpPr>
              <p:cNvPr id="512" name="Google Shape;512;p36"/>
              <p:cNvSpPr txBox="1"/>
              <p:nvPr/>
            </p:nvSpPr>
            <p:spPr>
              <a:xfrm>
                <a:off x="1453" y="19538"/>
                <a:ext cx="3517500" cy="22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Century Gothic"/>
                  <a:buNone/>
                </a:pPr>
                <a:r>
                  <a:rPr b="1" i="0" lang="en-US" sz="1100" u="none" cap="none" strike="noStrike">
                    <a:solidFill>
                      <a:srgbClr val="000000"/>
                    </a:solidFill>
                    <a:latin typeface="Century Gothic"/>
                    <a:ea typeface="Century Gothic"/>
                    <a:cs typeface="Century Gothic"/>
                    <a:sym typeface="Century Gothic"/>
                  </a:rPr>
                  <a:t>Janurary, 2020</a:t>
                </a:r>
                <a:endParaRPr sz="1100"/>
              </a:p>
            </p:txBody>
          </p:sp>
          <p:sp>
            <p:nvSpPr>
              <p:cNvPr id="513" name="Google Shape;513;p36"/>
              <p:cNvSpPr txBox="1"/>
              <p:nvPr/>
            </p:nvSpPr>
            <p:spPr>
              <a:xfrm>
                <a:off x="0" y="319817"/>
                <a:ext cx="5079900" cy="184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Lorem Ipsum is simply dummy text</a:t>
                </a:r>
                <a:endParaRPr sz="1100">
                  <a:solidFill>
                    <a:srgbClr val="666666"/>
                  </a:solidFill>
                  <a:latin typeface="Roboto"/>
                  <a:ea typeface="Roboto"/>
                  <a:cs typeface="Roboto"/>
                  <a:sym typeface="Roboto"/>
                </a:endParaRPr>
              </a:p>
            </p:txBody>
          </p:sp>
        </p:grpSp>
        <p:sp>
          <p:nvSpPr>
            <p:cNvPr id="514" name="Google Shape;514;p36"/>
            <p:cNvSpPr/>
            <p:nvPr/>
          </p:nvSpPr>
          <p:spPr>
            <a:xfrm>
              <a:off x="0" y="49806"/>
              <a:ext cx="125264" cy="125265"/>
            </a:xfrm>
            <a:prstGeom prst="ellipse">
              <a:avLst/>
            </a:prstGeom>
            <a:solidFill>
              <a:srgbClr val="FFFFFF"/>
            </a:solidFill>
            <a:ln cap="flat" cmpd="sng" w="38100">
              <a:solidFill>
                <a:srgbClr val="832BFB"/>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515" name="Google Shape;515;p36"/>
          <p:cNvGrpSpPr/>
          <p:nvPr/>
        </p:nvGrpSpPr>
        <p:grpSpPr>
          <a:xfrm>
            <a:off x="3761248" y="3671345"/>
            <a:ext cx="4074196" cy="724739"/>
            <a:chOff x="0" y="-1"/>
            <a:chExt cx="5432262" cy="966319"/>
          </a:xfrm>
        </p:grpSpPr>
        <p:grpSp>
          <p:nvGrpSpPr>
            <p:cNvPr id="516" name="Google Shape;516;p36"/>
            <p:cNvGrpSpPr/>
            <p:nvPr/>
          </p:nvGrpSpPr>
          <p:grpSpPr>
            <a:xfrm>
              <a:off x="352361" y="-1"/>
              <a:ext cx="5079901" cy="966319"/>
              <a:chOff x="0" y="0"/>
              <a:chExt cx="5079900" cy="966317"/>
            </a:xfrm>
          </p:grpSpPr>
          <p:sp>
            <p:nvSpPr>
              <p:cNvPr id="517" name="Google Shape;517;p36"/>
              <p:cNvSpPr txBox="1"/>
              <p:nvPr/>
            </p:nvSpPr>
            <p:spPr>
              <a:xfrm>
                <a:off x="1453" y="0"/>
                <a:ext cx="3517500" cy="225900"/>
              </a:xfrm>
              <a:prstGeom prst="rect">
                <a:avLst/>
              </a:prstGeom>
              <a:noFill/>
              <a:ln>
                <a:noFill/>
              </a:ln>
            </p:spPr>
            <p:txBody>
              <a:bodyPr anchorCtr="0" anchor="t" bIns="0" lIns="0" spcFirstLastPara="1" rIns="0" wrap="square" tIns="0">
                <a:spAutoFit/>
              </a:bodyPr>
              <a:lstStyle/>
              <a:p>
                <a:pPr indent="0" lvl="0" marL="0" marR="0" rtl="0" algn="l">
                  <a:lnSpc>
                    <a:spcPct val="242857"/>
                  </a:lnSpc>
                  <a:spcBef>
                    <a:spcPts val="0"/>
                  </a:spcBef>
                  <a:spcAft>
                    <a:spcPts val="0"/>
                  </a:spcAft>
                  <a:buClr>
                    <a:srgbClr val="000000"/>
                  </a:buClr>
                  <a:buSzPts val="1100"/>
                  <a:buFont typeface="Century Gothic"/>
                  <a:buNone/>
                </a:pPr>
                <a:r>
                  <a:rPr b="1" i="0" lang="en-US" sz="1100" u="none" cap="none" strike="noStrike">
                    <a:solidFill>
                      <a:srgbClr val="000000"/>
                    </a:solidFill>
                    <a:latin typeface="Century Gothic"/>
                    <a:ea typeface="Century Gothic"/>
                    <a:cs typeface="Century Gothic"/>
                    <a:sym typeface="Century Gothic"/>
                  </a:rPr>
                  <a:t>Month, 2021</a:t>
                </a:r>
                <a:endParaRPr sz="1100">
                  <a:latin typeface="Century Gothic"/>
                  <a:ea typeface="Century Gothic"/>
                  <a:cs typeface="Century Gothic"/>
                  <a:sym typeface="Century Gothic"/>
                </a:endParaRPr>
              </a:p>
            </p:txBody>
          </p:sp>
          <p:sp>
            <p:nvSpPr>
              <p:cNvPr id="518" name="Google Shape;518;p36"/>
              <p:cNvSpPr txBox="1"/>
              <p:nvPr/>
            </p:nvSpPr>
            <p:spPr>
              <a:xfrm>
                <a:off x="0" y="319817"/>
                <a:ext cx="5079900" cy="6465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Lorem Ipsum has been the industry's standard dummy text ever since the 1500s. There are many variations of passages of Lorem Ipsum available, but the majority have suffered alteration</a:t>
                </a:r>
                <a:endParaRPr sz="900">
                  <a:solidFill>
                    <a:srgbClr val="666666"/>
                  </a:solidFill>
                  <a:latin typeface="Roboto"/>
                  <a:ea typeface="Roboto"/>
                  <a:cs typeface="Roboto"/>
                  <a:sym typeface="Roboto"/>
                </a:endParaRPr>
              </a:p>
            </p:txBody>
          </p:sp>
        </p:grpSp>
        <p:sp>
          <p:nvSpPr>
            <p:cNvPr id="519" name="Google Shape;519;p36"/>
            <p:cNvSpPr/>
            <p:nvPr/>
          </p:nvSpPr>
          <p:spPr>
            <a:xfrm>
              <a:off x="0" y="56200"/>
              <a:ext cx="125264" cy="125265"/>
            </a:xfrm>
            <a:prstGeom prst="ellipse">
              <a:avLst/>
            </a:prstGeom>
            <a:solidFill>
              <a:srgbClr val="FFFFFF"/>
            </a:solidFill>
            <a:ln cap="flat" cmpd="sng" w="38100">
              <a:solidFill>
                <a:srgbClr val="832BFB"/>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7"/>
          <p:cNvSpPr txBox="1"/>
          <p:nvPr>
            <p:ph idx="12" type="sldNum"/>
          </p:nvPr>
        </p:nvSpPr>
        <p:spPr>
          <a:xfrm>
            <a:off x="264322" y="4736287"/>
            <a:ext cx="155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888888"/>
              </a:buClr>
              <a:buSzPts val="800"/>
              <a:buFont typeface="Arial"/>
              <a:buNone/>
            </a:pPr>
            <a:fld id="{00000000-1234-1234-1234-123412341234}" type="slidenum">
              <a:rPr lang="en-US" sz="800">
                <a:solidFill>
                  <a:srgbClr val="888888"/>
                </a:solidFill>
                <a:latin typeface="Arial"/>
                <a:ea typeface="Arial"/>
                <a:cs typeface="Arial"/>
                <a:sym typeface="Arial"/>
              </a:rPr>
              <a:t>‹#›</a:t>
            </a:fld>
            <a:endParaRPr/>
          </a:p>
        </p:txBody>
      </p:sp>
      <p:sp>
        <p:nvSpPr>
          <p:cNvPr id="525" name="Google Shape;525;p37"/>
          <p:cNvSpPr txBox="1"/>
          <p:nvPr>
            <p:ph type="title"/>
          </p:nvPr>
        </p:nvSpPr>
        <p:spPr>
          <a:xfrm>
            <a:off x="1333500" y="950594"/>
            <a:ext cx="2257500" cy="7905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000000"/>
              </a:buClr>
              <a:buSzPts val="2700"/>
              <a:buFont typeface="Century Gothic"/>
              <a:buNone/>
            </a:pPr>
            <a:r>
              <a:rPr lang="en-US" sz="2700">
                <a:solidFill>
                  <a:srgbClr val="000000"/>
                </a:solidFill>
              </a:rPr>
              <a:t>Lorem</a:t>
            </a:r>
            <a:endParaRPr/>
          </a:p>
          <a:p>
            <a:pPr indent="0" lvl="0" marL="0" rtl="0" algn="l">
              <a:lnSpc>
                <a:spcPct val="95000"/>
              </a:lnSpc>
              <a:spcBef>
                <a:spcPts val="0"/>
              </a:spcBef>
              <a:spcAft>
                <a:spcPts val="0"/>
              </a:spcAft>
              <a:buClr>
                <a:srgbClr val="832BFB"/>
              </a:buClr>
              <a:buSzPts val="2700"/>
              <a:buFont typeface="Century Gothic"/>
              <a:buNone/>
            </a:pPr>
            <a:r>
              <a:rPr lang="en-US">
                <a:solidFill>
                  <a:srgbClr val="832BFB"/>
                </a:solidFill>
              </a:rPr>
              <a:t>Timeline</a:t>
            </a:r>
            <a:endParaRPr/>
          </a:p>
        </p:txBody>
      </p:sp>
      <p:cxnSp>
        <p:nvCxnSpPr>
          <p:cNvPr id="526" name="Google Shape;526;p37"/>
          <p:cNvCxnSpPr/>
          <p:nvPr/>
        </p:nvCxnSpPr>
        <p:spPr>
          <a:xfrm rot="10800000">
            <a:off x="3808222" y="-143"/>
            <a:ext cx="0" cy="2577600"/>
          </a:xfrm>
          <a:prstGeom prst="straightConnector1">
            <a:avLst/>
          </a:prstGeom>
          <a:noFill/>
          <a:ln cap="flat" cmpd="sng" w="12700">
            <a:solidFill>
              <a:srgbClr val="832BFB"/>
            </a:solidFill>
            <a:prstDash val="solid"/>
            <a:miter lim="400000"/>
            <a:headEnd len="sm" w="sm" type="none"/>
            <a:tailEnd len="sm" w="sm" type="none"/>
          </a:ln>
        </p:spPr>
      </p:cxnSp>
      <p:grpSp>
        <p:nvGrpSpPr>
          <p:cNvPr id="527" name="Google Shape;527;p37"/>
          <p:cNvGrpSpPr/>
          <p:nvPr/>
        </p:nvGrpSpPr>
        <p:grpSpPr>
          <a:xfrm>
            <a:off x="3761248" y="950357"/>
            <a:ext cx="4074196" cy="551488"/>
            <a:chOff x="0" y="0"/>
            <a:chExt cx="5432262" cy="735318"/>
          </a:xfrm>
        </p:grpSpPr>
        <p:grpSp>
          <p:nvGrpSpPr>
            <p:cNvPr id="528" name="Google Shape;528;p37"/>
            <p:cNvGrpSpPr/>
            <p:nvPr/>
          </p:nvGrpSpPr>
          <p:grpSpPr>
            <a:xfrm>
              <a:off x="352361" y="0"/>
              <a:ext cx="5079901" cy="735318"/>
              <a:chOff x="0" y="0"/>
              <a:chExt cx="5079900" cy="735317"/>
            </a:xfrm>
          </p:grpSpPr>
          <p:sp>
            <p:nvSpPr>
              <p:cNvPr id="529" name="Google Shape;529;p37"/>
              <p:cNvSpPr txBox="1"/>
              <p:nvPr/>
            </p:nvSpPr>
            <p:spPr>
              <a:xfrm>
                <a:off x="1453" y="0"/>
                <a:ext cx="3517500" cy="22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Century Gothic"/>
                  <a:buNone/>
                </a:pPr>
                <a:r>
                  <a:rPr b="1" i="0" lang="en-US" sz="1100" u="none" cap="none" strike="noStrike">
                    <a:solidFill>
                      <a:srgbClr val="000000"/>
                    </a:solidFill>
                    <a:latin typeface="Century Gothic"/>
                    <a:ea typeface="Century Gothic"/>
                    <a:cs typeface="Century Gothic"/>
                    <a:sym typeface="Century Gothic"/>
                  </a:rPr>
                  <a:t>Month, 2021</a:t>
                </a:r>
                <a:endParaRPr sz="1100"/>
              </a:p>
            </p:txBody>
          </p:sp>
          <p:sp>
            <p:nvSpPr>
              <p:cNvPr id="530" name="Google Shape;530;p37"/>
              <p:cNvSpPr txBox="1"/>
              <p:nvPr/>
            </p:nvSpPr>
            <p:spPr>
              <a:xfrm>
                <a:off x="0" y="319817"/>
                <a:ext cx="5079900" cy="4155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There are many variations of passages of Lorem Ipsum available, but the majority have suffered alteration in some form, by injected humour</a:t>
                </a:r>
                <a:endParaRPr sz="900">
                  <a:solidFill>
                    <a:srgbClr val="666666"/>
                  </a:solidFill>
                  <a:latin typeface="Roboto"/>
                  <a:ea typeface="Roboto"/>
                  <a:cs typeface="Roboto"/>
                  <a:sym typeface="Roboto"/>
                </a:endParaRPr>
              </a:p>
            </p:txBody>
          </p:sp>
        </p:grpSp>
        <p:sp>
          <p:nvSpPr>
            <p:cNvPr id="531" name="Google Shape;531;p37"/>
            <p:cNvSpPr/>
            <p:nvPr/>
          </p:nvSpPr>
          <p:spPr>
            <a:xfrm>
              <a:off x="0" y="48983"/>
              <a:ext cx="125264" cy="125265"/>
            </a:xfrm>
            <a:prstGeom prst="ellipse">
              <a:avLst/>
            </a:prstGeom>
            <a:solidFill>
              <a:srgbClr val="FFFFFF"/>
            </a:solidFill>
            <a:ln cap="flat" cmpd="sng" w="38100">
              <a:solidFill>
                <a:srgbClr val="832BFB"/>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532" name="Google Shape;532;p37"/>
          <p:cNvGrpSpPr/>
          <p:nvPr/>
        </p:nvGrpSpPr>
        <p:grpSpPr>
          <a:xfrm>
            <a:off x="3761248" y="1821642"/>
            <a:ext cx="4074196" cy="388526"/>
            <a:chOff x="0" y="19538"/>
            <a:chExt cx="5432262" cy="518034"/>
          </a:xfrm>
        </p:grpSpPr>
        <p:grpSp>
          <p:nvGrpSpPr>
            <p:cNvPr id="533" name="Google Shape;533;p37"/>
            <p:cNvGrpSpPr/>
            <p:nvPr/>
          </p:nvGrpSpPr>
          <p:grpSpPr>
            <a:xfrm>
              <a:off x="352361" y="19538"/>
              <a:ext cx="5079901" cy="518034"/>
              <a:chOff x="0" y="19538"/>
              <a:chExt cx="5079900" cy="518032"/>
            </a:xfrm>
          </p:grpSpPr>
          <p:sp>
            <p:nvSpPr>
              <p:cNvPr id="534" name="Google Shape;534;p37"/>
              <p:cNvSpPr txBox="1"/>
              <p:nvPr/>
            </p:nvSpPr>
            <p:spPr>
              <a:xfrm>
                <a:off x="1453" y="19538"/>
                <a:ext cx="3517500" cy="22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Century Gothic"/>
                  <a:buNone/>
                </a:pPr>
                <a:r>
                  <a:rPr b="1" i="0" lang="en-US" sz="1100" u="none" cap="none" strike="noStrike">
                    <a:solidFill>
                      <a:srgbClr val="000000"/>
                    </a:solidFill>
                    <a:latin typeface="Century Gothic"/>
                    <a:ea typeface="Century Gothic"/>
                    <a:cs typeface="Century Gothic"/>
                    <a:sym typeface="Century Gothic"/>
                  </a:rPr>
                  <a:t>Month, 2022</a:t>
                </a:r>
                <a:endParaRPr sz="1100">
                  <a:latin typeface="Century Gothic"/>
                  <a:ea typeface="Century Gothic"/>
                  <a:cs typeface="Century Gothic"/>
                  <a:sym typeface="Century Gothic"/>
                </a:endParaRPr>
              </a:p>
            </p:txBody>
          </p:sp>
          <p:sp>
            <p:nvSpPr>
              <p:cNvPr id="535" name="Google Shape;535;p37"/>
              <p:cNvSpPr txBox="1"/>
              <p:nvPr/>
            </p:nvSpPr>
            <p:spPr>
              <a:xfrm>
                <a:off x="0" y="334471"/>
                <a:ext cx="5079900" cy="203100"/>
              </a:xfrm>
              <a:prstGeom prst="rect">
                <a:avLst/>
              </a:prstGeom>
              <a:noFill/>
              <a:ln>
                <a:noFill/>
              </a:ln>
            </p:spPr>
            <p:txBody>
              <a:bodyPr anchorCtr="0" anchor="t" bIns="0" lIns="0" spcFirstLastPara="1" rIns="0" wrap="square" tIns="0">
                <a:noAutofit/>
              </a:bodyPr>
              <a:lstStyle/>
              <a:p>
                <a:pPr indent="0" lvl="0" marL="0" marR="0" rtl="0" algn="l">
                  <a:lnSpc>
                    <a:spcPct val="266666"/>
                  </a:lnSpc>
                  <a:spcBef>
                    <a:spcPts val="0"/>
                  </a:spcBef>
                  <a:spcAft>
                    <a:spcPts val="0"/>
                  </a:spcAft>
                  <a:buClr>
                    <a:srgbClr val="666666"/>
                  </a:buClr>
                  <a:buSzPts val="900"/>
                  <a:buFont typeface="Arial"/>
                  <a:buNone/>
                </a:pPr>
                <a:r>
                  <a:rPr b="0" i="0" lang="en-US" sz="900" u="none" cap="none" strike="noStrike">
                    <a:solidFill>
                      <a:srgbClr val="666666"/>
                    </a:solidFill>
                    <a:latin typeface="Arial"/>
                    <a:ea typeface="Arial"/>
                    <a:cs typeface="Arial"/>
                    <a:sym typeface="Arial"/>
                  </a:rPr>
                  <a:t>Lorem Ipsum is simply dummy text</a:t>
                </a:r>
                <a:endParaRPr sz="1100"/>
              </a:p>
            </p:txBody>
          </p:sp>
        </p:grpSp>
        <p:sp>
          <p:nvSpPr>
            <p:cNvPr id="536" name="Google Shape;536;p37"/>
            <p:cNvSpPr/>
            <p:nvPr/>
          </p:nvSpPr>
          <p:spPr>
            <a:xfrm>
              <a:off x="0" y="64460"/>
              <a:ext cx="125400" cy="125400"/>
            </a:xfrm>
            <a:prstGeom prst="ellipse">
              <a:avLst/>
            </a:prstGeom>
            <a:solidFill>
              <a:srgbClr val="FFFFFF"/>
            </a:solidFill>
            <a:ln cap="flat" cmpd="sng" w="38100">
              <a:solidFill>
                <a:srgbClr val="832BFB"/>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grpSp>
        <p:nvGrpSpPr>
          <p:cNvPr id="537" name="Google Shape;537;p37"/>
          <p:cNvGrpSpPr/>
          <p:nvPr/>
        </p:nvGrpSpPr>
        <p:grpSpPr>
          <a:xfrm>
            <a:off x="3761248" y="2501181"/>
            <a:ext cx="4074196" cy="721076"/>
            <a:chOff x="0" y="4884"/>
            <a:chExt cx="5432262" cy="961434"/>
          </a:xfrm>
        </p:grpSpPr>
        <p:grpSp>
          <p:nvGrpSpPr>
            <p:cNvPr id="538" name="Google Shape;538;p37"/>
            <p:cNvGrpSpPr/>
            <p:nvPr/>
          </p:nvGrpSpPr>
          <p:grpSpPr>
            <a:xfrm>
              <a:off x="352361" y="4884"/>
              <a:ext cx="5079901" cy="961434"/>
              <a:chOff x="0" y="4885"/>
              <a:chExt cx="5079900" cy="961432"/>
            </a:xfrm>
          </p:grpSpPr>
          <p:sp>
            <p:nvSpPr>
              <p:cNvPr id="539" name="Google Shape;539;p37"/>
              <p:cNvSpPr txBox="1"/>
              <p:nvPr/>
            </p:nvSpPr>
            <p:spPr>
              <a:xfrm>
                <a:off x="1453" y="4885"/>
                <a:ext cx="3517500" cy="22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Century Gothic"/>
                  <a:buNone/>
                </a:pPr>
                <a:r>
                  <a:rPr b="1" i="0" lang="en-US" sz="1100" u="none" cap="none" strike="noStrike">
                    <a:solidFill>
                      <a:srgbClr val="000000"/>
                    </a:solidFill>
                    <a:latin typeface="Century Gothic"/>
                    <a:ea typeface="Century Gothic"/>
                    <a:cs typeface="Century Gothic"/>
                    <a:sym typeface="Century Gothic"/>
                  </a:rPr>
                  <a:t>Month, 2022</a:t>
                </a:r>
                <a:endParaRPr sz="1100">
                  <a:latin typeface="Century Gothic"/>
                  <a:ea typeface="Century Gothic"/>
                  <a:cs typeface="Century Gothic"/>
                  <a:sym typeface="Century Gothic"/>
                </a:endParaRPr>
              </a:p>
            </p:txBody>
          </p:sp>
          <p:sp>
            <p:nvSpPr>
              <p:cNvPr id="540" name="Google Shape;540;p37"/>
              <p:cNvSpPr txBox="1"/>
              <p:nvPr/>
            </p:nvSpPr>
            <p:spPr>
              <a:xfrm>
                <a:off x="0" y="319817"/>
                <a:ext cx="5079900" cy="6465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666666"/>
                  </a:buClr>
                  <a:buSzPts val="900"/>
                  <a:buFont typeface="Arial"/>
                  <a:buNone/>
                </a:pPr>
                <a:r>
                  <a:rPr i="0" lang="en-US" sz="900" u="none" cap="none" strike="noStrike">
                    <a:solidFill>
                      <a:srgbClr val="666666"/>
                    </a:solidFill>
                    <a:latin typeface="Roboto"/>
                    <a:ea typeface="Roboto"/>
                    <a:cs typeface="Roboto"/>
                    <a:sym typeface="Roboto"/>
                  </a:rPr>
                  <a:t>Lorem Ipsum has been the industry's standard dummy text ever since the 1500s. There are many variations of passages of Lorem Ipsum available, but the majority have suffered alteration</a:t>
                </a:r>
                <a:endParaRPr sz="900">
                  <a:solidFill>
                    <a:srgbClr val="666666"/>
                  </a:solidFill>
                  <a:latin typeface="Roboto"/>
                  <a:ea typeface="Roboto"/>
                  <a:cs typeface="Roboto"/>
                  <a:sym typeface="Roboto"/>
                </a:endParaRPr>
              </a:p>
            </p:txBody>
          </p:sp>
        </p:grpSp>
        <p:sp>
          <p:nvSpPr>
            <p:cNvPr id="541" name="Google Shape;541;p37"/>
            <p:cNvSpPr/>
            <p:nvPr/>
          </p:nvSpPr>
          <p:spPr>
            <a:xfrm>
              <a:off x="0" y="56200"/>
              <a:ext cx="125264" cy="125265"/>
            </a:xfrm>
            <a:prstGeom prst="ellipse">
              <a:avLst/>
            </a:prstGeom>
            <a:solidFill>
              <a:srgbClr val="FFFFFF"/>
            </a:solidFill>
            <a:ln cap="flat" cmpd="sng" w="38100">
              <a:solidFill>
                <a:srgbClr val="832BFB"/>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Helvetica Neue"/>
                <a:buNone/>
              </a:pPr>
              <a:r>
                <a:t/>
              </a:r>
              <a:endParaRPr b="0" i="0" sz="1200" u="none" cap="none" strike="noStrike">
                <a:solidFill>
                  <a:srgbClr val="FFFFFF"/>
                </a:solidFill>
                <a:latin typeface="Helvetica Neue"/>
                <a:ea typeface="Helvetica Neue"/>
                <a:cs typeface="Helvetica Neue"/>
                <a:sym typeface="Helvetica Neue"/>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8"/>
          <p:cNvSpPr txBox="1"/>
          <p:nvPr>
            <p:ph type="title"/>
          </p:nvPr>
        </p:nvSpPr>
        <p:spPr>
          <a:xfrm>
            <a:off x="3188850" y="1875822"/>
            <a:ext cx="2766300" cy="494700"/>
          </a:xfrm>
          <a:prstGeom prst="rect">
            <a:avLst/>
          </a:prstGeom>
          <a:noFill/>
          <a:ln>
            <a:noFill/>
          </a:ln>
        </p:spPr>
        <p:txBody>
          <a:bodyPr anchorCtr="0" anchor="t" bIns="0" lIns="0" spcFirstLastPara="1" rIns="0" wrap="square" tIns="0">
            <a:noAutofit/>
          </a:bodyPr>
          <a:lstStyle/>
          <a:p>
            <a:pPr indent="0" lvl="0" marL="0" rtl="0" algn="l">
              <a:lnSpc>
                <a:spcPct val="92307"/>
              </a:lnSpc>
              <a:spcBef>
                <a:spcPts val="0"/>
              </a:spcBef>
              <a:spcAft>
                <a:spcPts val="0"/>
              </a:spcAft>
              <a:buClr>
                <a:srgbClr val="FFFFFF"/>
              </a:buClr>
              <a:buSzPts val="3900"/>
              <a:buFont typeface="Century Gothic"/>
              <a:buNone/>
            </a:pPr>
            <a:r>
              <a:rPr b="1" i="0" lang="en-US" sz="3900" u="none" cap="none" strike="noStrike">
                <a:solidFill>
                  <a:srgbClr val="FFFFFF"/>
                </a:solidFill>
                <a:latin typeface="Century Gothic"/>
                <a:ea typeface="Century Gothic"/>
                <a:cs typeface="Century Gothic"/>
                <a:sym typeface="Century Gothic"/>
              </a:rPr>
              <a:t>THANK YOU</a:t>
            </a:r>
            <a:endParaRPr/>
          </a:p>
        </p:txBody>
      </p:sp>
      <p:sp>
        <p:nvSpPr>
          <p:cNvPr id="547" name="Google Shape;547;p38"/>
          <p:cNvSpPr txBox="1"/>
          <p:nvPr/>
        </p:nvSpPr>
        <p:spPr>
          <a:xfrm>
            <a:off x="3239327" y="2574314"/>
            <a:ext cx="2684400" cy="350100"/>
          </a:xfrm>
          <a:prstGeom prst="rect">
            <a:avLst/>
          </a:prstGeom>
          <a:noFill/>
          <a:ln>
            <a:noFill/>
          </a:ln>
        </p:spPr>
        <p:txBody>
          <a:bodyPr anchorCtr="0" anchor="t" bIns="19050" lIns="19050" spcFirstLastPara="1" rIns="19050" wrap="square" tIns="19050">
            <a:spAutoFit/>
          </a:bodyPr>
          <a:lstStyle/>
          <a:p>
            <a:pPr indent="0" lvl="0" marL="0" marR="0" rtl="0" algn="l">
              <a:lnSpc>
                <a:spcPct val="125000"/>
              </a:lnSpc>
              <a:spcBef>
                <a:spcPts val="0"/>
              </a:spcBef>
              <a:spcAft>
                <a:spcPts val="0"/>
              </a:spcAft>
              <a:buClr>
                <a:srgbClr val="FFFFFF"/>
              </a:buClr>
              <a:buSzPts val="900"/>
              <a:buFont typeface="Arial"/>
              <a:buNone/>
            </a:pPr>
            <a:r>
              <a:rPr i="0" lang="en-US" sz="900" u="none" cap="none" strike="noStrike">
                <a:solidFill>
                  <a:srgbClr val="EBDDFF"/>
                </a:solidFill>
                <a:latin typeface="Roboto"/>
                <a:ea typeface="Roboto"/>
                <a:cs typeface="Roboto"/>
                <a:sym typeface="Roboto"/>
              </a:rPr>
              <a:t>Website : </a:t>
            </a:r>
            <a:r>
              <a:rPr i="0" lang="en-US" sz="900" u="sng" cap="none" strike="noStrike">
                <a:solidFill>
                  <a:srgbClr val="EBDDFF"/>
                </a:solidFill>
                <a:latin typeface="Roboto"/>
                <a:ea typeface="Roboto"/>
                <a:cs typeface="Roboto"/>
                <a:sym typeface="Roboto"/>
                <a:hlinkClick r:id="rId3">
                  <a:extLst>
                    <a:ext uri="{A12FA001-AC4F-418D-AE19-62706E023703}">
                      <ahyp:hlinkClr val="tx"/>
                    </a:ext>
                  </a:extLst>
                </a:hlinkClick>
              </a:rPr>
              <a:t>www.cochl.ai</a:t>
            </a:r>
            <a:endParaRPr sz="900">
              <a:solidFill>
                <a:srgbClr val="EBDDFF"/>
              </a:solidFill>
              <a:latin typeface="Roboto"/>
              <a:ea typeface="Roboto"/>
              <a:cs typeface="Roboto"/>
              <a:sym typeface="Roboto"/>
            </a:endParaRPr>
          </a:p>
          <a:p>
            <a:pPr indent="0" lvl="0" marL="0" marR="0" rtl="0" algn="l">
              <a:lnSpc>
                <a:spcPct val="125000"/>
              </a:lnSpc>
              <a:spcBef>
                <a:spcPts val="0"/>
              </a:spcBef>
              <a:spcAft>
                <a:spcPts val="0"/>
              </a:spcAft>
              <a:buClr>
                <a:srgbClr val="FFFFFF"/>
              </a:buClr>
              <a:buSzPts val="900"/>
              <a:buFont typeface="Arial"/>
              <a:buNone/>
            </a:pPr>
            <a:r>
              <a:rPr i="0" lang="en-US" sz="900" u="none" cap="none" strike="noStrike">
                <a:solidFill>
                  <a:srgbClr val="EBDDFF"/>
                </a:solidFill>
                <a:latin typeface="Roboto"/>
                <a:ea typeface="Roboto"/>
                <a:cs typeface="Roboto"/>
                <a:sym typeface="Roboto"/>
              </a:rPr>
              <a:t>Email : emailaddress@address.com</a:t>
            </a:r>
            <a:endParaRPr sz="900">
              <a:solidFill>
                <a:srgbClr val="EBDDFF"/>
              </a:solidFill>
              <a:latin typeface="Roboto"/>
              <a:ea typeface="Roboto"/>
              <a:cs typeface="Roboto"/>
              <a:sym typeface="Roboto"/>
            </a:endParaRPr>
          </a:p>
        </p:txBody>
      </p:sp>
      <p:pic>
        <p:nvPicPr>
          <p:cNvPr id="548" name="Google Shape;548;p38"/>
          <p:cNvPicPr preferRelativeResize="0"/>
          <p:nvPr/>
        </p:nvPicPr>
        <p:blipFill>
          <a:blip r:embed="rId4">
            <a:alphaModFix/>
          </a:blip>
          <a:stretch>
            <a:fillRect/>
          </a:stretch>
        </p:blipFill>
        <p:spPr>
          <a:xfrm>
            <a:off x="3239325" y="3907350"/>
            <a:ext cx="967425" cy="21918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chl_PT">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